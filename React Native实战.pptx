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2" r:id="rId5"/>
    <p:sldId id="264" r:id="rId6"/>
    <p:sldId id="285" r:id="rId7"/>
    <p:sldId id="286" r:id="rId8"/>
    <p:sldId id="287" r:id="rId9"/>
    <p:sldId id="268" r:id="rId10"/>
    <p:sldId id="288" r:id="rId11"/>
    <p:sldId id="289" r:id="rId12"/>
    <p:sldId id="290" r:id="rId13"/>
    <p:sldId id="291" r:id="rId14"/>
    <p:sldId id="270" r:id="rId15"/>
    <p:sldId id="269" r:id="rId16"/>
    <p:sldId id="273" r:id="rId17"/>
    <p:sldId id="271" r:id="rId18"/>
    <p:sldId id="275" r:id="rId19"/>
    <p:sldId id="272" r:id="rId20"/>
    <p:sldId id="277" r:id="rId21"/>
    <p:sldId id="274" r:id="rId22"/>
    <p:sldId id="307" r:id="rId23"/>
    <p:sldId id="276" r:id="rId24"/>
    <p:sldId id="310" r:id="rId25"/>
    <p:sldId id="282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5A75"/>
    <a:srgbClr val="435869"/>
    <a:srgbClr val="3D5264"/>
    <a:srgbClr val="FFFF99"/>
    <a:srgbClr val="404B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alphaModFix amt="8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B94D-1046-44F3-9E34-120B3B25A8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7AFC-F406-41F2-80F7-9501230B1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B94D-1046-44F3-9E34-120B3B25A8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7AFC-F406-41F2-80F7-9501230B1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B94D-1046-44F3-9E34-120B3B25A8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7AFC-F406-41F2-80F7-9501230B1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B94D-1046-44F3-9E34-120B3B25A8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7AFC-F406-41F2-80F7-9501230B1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B94D-1046-44F3-9E34-120B3B25A8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7AFC-F406-41F2-80F7-9501230B1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B94D-1046-44F3-9E34-120B3B25A8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7AFC-F406-41F2-80F7-9501230B1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B94D-1046-44F3-9E34-120B3B25A8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7AFC-F406-41F2-80F7-9501230B1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B94D-1046-44F3-9E34-120B3B25A8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7AFC-F406-41F2-80F7-9501230B1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B94D-1046-44F3-9E34-120B3B25A8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7AFC-F406-41F2-80F7-9501230B1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B94D-1046-44F3-9E34-120B3B25A8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7AFC-F406-41F2-80F7-9501230B1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FB94D-1046-44F3-9E34-120B3B25A8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F7AFC-F406-41F2-80F7-9501230B1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FB94D-1046-44F3-9E34-120B3B25A8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F7AFC-F406-41F2-80F7-9501230B16F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2.jpeg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A_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16" b="25181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0" name="PA_文本框 9"/>
          <p:cNvSpPr txBox="1"/>
          <p:nvPr>
            <p:custDataLst>
              <p:tags r:id="rId4"/>
            </p:custDataLst>
          </p:nvPr>
        </p:nvSpPr>
        <p:spPr>
          <a:xfrm>
            <a:off x="5733183" y="888378"/>
            <a:ext cx="521462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b="1" dirty="0">
                <a:solidFill>
                  <a:schemeClr val="bg1"/>
                </a:solidFill>
                <a:ea typeface="+mj-ea"/>
              </a:rPr>
              <a:t>React Native</a:t>
            </a:r>
            <a:endParaRPr lang="zh-CN" altLang="en-US" sz="6600" b="1" dirty="0">
              <a:solidFill>
                <a:schemeClr val="bg1"/>
              </a:solidFill>
              <a:ea typeface="+mj-ea"/>
            </a:endParaRPr>
          </a:p>
        </p:txBody>
      </p:sp>
      <p:sp>
        <p:nvSpPr>
          <p:cNvPr id="11" name="PA_文本框 10"/>
          <p:cNvSpPr txBox="1"/>
          <p:nvPr>
            <p:custDataLst>
              <p:tags r:id="rId5"/>
            </p:custDataLst>
          </p:nvPr>
        </p:nvSpPr>
        <p:spPr>
          <a:xfrm>
            <a:off x="5733183" y="2287124"/>
            <a:ext cx="2214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+mj-ea"/>
                <a:ea typeface="+mj-ea"/>
              </a:rPr>
              <a:t>大型实战</a:t>
            </a:r>
            <a:endParaRPr lang="zh-CN" altLang="en-US" sz="4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2119745" y="4344818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2198255" y="2736273"/>
            <a:ext cx="2461490" cy="1651000"/>
          </a:xfrm>
          <a:prstGeom prst="line">
            <a:avLst/>
          </a:prstGeom>
          <a:ln w="22225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endCxn id="14" idx="7"/>
          </p:cNvCxnSpPr>
          <p:nvPr/>
        </p:nvCxnSpPr>
        <p:spPr>
          <a:xfrm flipV="1">
            <a:off x="7497445" y="2623820"/>
            <a:ext cx="2167890" cy="1665605"/>
          </a:xfrm>
          <a:prstGeom prst="line">
            <a:avLst/>
          </a:prstGeom>
          <a:ln w="2222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8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13" idx="1"/>
          </p:cNvCxnSpPr>
          <p:nvPr/>
        </p:nvCxnSpPr>
        <p:spPr>
          <a:xfrm>
            <a:off x="4657090" y="2733675"/>
            <a:ext cx="2802255" cy="151828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4605695" y="2682273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7443354" y="4235811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9573465" y="260789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1099791" y="4459725"/>
            <a:ext cx="540000" cy="540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1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639791" y="4468115"/>
            <a:ext cx="18751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React</a:t>
            </a:r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</a:rPr>
              <a:t>概述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3255584" y="2077815"/>
            <a:ext cx="540000" cy="540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2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795584" y="2086205"/>
            <a:ext cx="31794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React-Native</a:t>
            </a:r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</a:rPr>
              <a:t>概述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6403429" y="4336545"/>
            <a:ext cx="540000" cy="540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3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919208" y="4344935"/>
            <a:ext cx="20142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Redux</a:t>
            </a:r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</a:rPr>
              <a:t>概述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8229697" y="2035748"/>
            <a:ext cx="540000" cy="540000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4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769697" y="2044138"/>
            <a:ext cx="31794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React-Native</a:t>
            </a:r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应用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281255" y="84033"/>
            <a:ext cx="1260000" cy="1260000"/>
          </a:xfrm>
          <a:prstGeom prst="ellipse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弧形 46"/>
          <p:cNvSpPr/>
          <p:nvPr/>
        </p:nvSpPr>
        <p:spPr>
          <a:xfrm>
            <a:off x="425255" y="228033"/>
            <a:ext cx="972000" cy="972000"/>
          </a:xfrm>
          <a:prstGeom prst="arc">
            <a:avLst>
              <a:gd name="adj1" fmla="val 11275427"/>
              <a:gd name="adj2" fmla="val 568201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370081" y="421646"/>
            <a:ext cx="10823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spc="300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  <a:endParaRPr lang="zh-CN" altLang="en-US" sz="32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1959297" y="944865"/>
            <a:ext cx="2017337" cy="0"/>
          </a:xfrm>
          <a:prstGeom prst="line">
            <a:avLst/>
          </a:prstGeom>
          <a:ln w="22225" cap="rnd" cmpd="sng">
            <a:gradFill flip="none" rotWithShape="1">
              <a:gsLst>
                <a:gs pos="0">
                  <a:schemeClr val="bg1">
                    <a:alpha val="0"/>
                  </a:schemeClr>
                </a:gs>
                <a:gs pos="90000">
                  <a:srgbClr val="FFFFFF">
                    <a:alpha val="90000"/>
                    <a:lumMod val="0"/>
                    <a:lumOff val="100000"/>
                  </a:srgbClr>
                </a:gs>
                <a:gs pos="30000">
                  <a:schemeClr val="bg1">
                    <a:alpha val="40000"/>
                  </a:schemeClr>
                </a:gs>
                <a:gs pos="60000">
                  <a:schemeClr val="bg1">
                    <a:lumMod val="50000"/>
                    <a:lumOff val="50000"/>
                    <a:alpha val="7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prstDash val="solid"/>
            <a:miter lim="800000"/>
            <a:headEnd type="none" w="lg" len="lg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2029246" y="474810"/>
            <a:ext cx="1877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CONTENTS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弧形 2"/>
          <p:cNvSpPr/>
          <p:nvPr/>
        </p:nvSpPr>
        <p:spPr>
          <a:xfrm rot="12761059">
            <a:off x="3317583" y="2348999"/>
            <a:ext cx="2160000" cy="216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543824" y="2644170"/>
            <a:ext cx="170751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 spc="600" dirty="0">
                <a:solidFill>
                  <a:schemeClr val="bg1"/>
                </a:solidFill>
                <a:latin typeface="+mj-lt"/>
                <a:ea typeface="+mj-ea"/>
              </a:rPr>
              <a:t>01</a:t>
            </a:r>
            <a:endParaRPr lang="zh-CN" altLang="en-US" sz="9600" b="1" spc="6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6539056" y="3429000"/>
            <a:ext cx="4028391" cy="6184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242636" y="2772639"/>
            <a:ext cx="263588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spc="600" dirty="0">
                <a:solidFill>
                  <a:schemeClr val="bg1"/>
                </a:solidFill>
              </a:rPr>
              <a:t>React</a:t>
            </a:r>
            <a:r>
              <a:rPr lang="zh-CN" altLang="en-US" sz="3200" b="1" spc="600" dirty="0">
                <a:solidFill>
                  <a:schemeClr val="bg1"/>
                </a:solidFill>
              </a:rPr>
              <a:t>概述</a:t>
            </a:r>
            <a:endParaRPr lang="zh-CN" altLang="en-US" sz="3200" b="1" spc="600" dirty="0">
              <a:solidFill>
                <a:schemeClr val="bg1"/>
              </a:solidFill>
            </a:endParaRPr>
          </a:p>
        </p:txBody>
      </p:sp>
      <p:sp>
        <p:nvSpPr>
          <p:cNvPr id="7" name="弧形 6"/>
          <p:cNvSpPr/>
          <p:nvPr/>
        </p:nvSpPr>
        <p:spPr>
          <a:xfrm>
            <a:off x="3137583" y="2169000"/>
            <a:ext cx="2520000" cy="252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539056" y="3506770"/>
            <a:ext cx="42016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1"/>
                </a:solidFill>
              </a:rPr>
              <a:t>声明式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1"/>
                </a:solidFill>
              </a:rPr>
              <a:t>组件化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1"/>
                </a:solidFill>
              </a:rPr>
              <a:t>生态圈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弧形 9"/>
          <p:cNvSpPr/>
          <p:nvPr/>
        </p:nvSpPr>
        <p:spPr>
          <a:xfrm rot="12761059">
            <a:off x="332806" y="244897"/>
            <a:ext cx="720000" cy="72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/>
          <p:cNvSpPr/>
          <p:nvPr/>
        </p:nvSpPr>
        <p:spPr>
          <a:xfrm>
            <a:off x="242806" y="154897"/>
            <a:ext cx="900000" cy="90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72847" y="312510"/>
            <a:ext cx="6399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01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800000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1320799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590144" y="312510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bg1"/>
                </a:solidFill>
              </a:rPr>
              <a:t>声明式与命令式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08229" y="1741804"/>
            <a:ext cx="6903065" cy="792000"/>
            <a:chOff x="1482294" y="2336799"/>
            <a:chExt cx="6903065" cy="792000"/>
          </a:xfrm>
        </p:grpSpPr>
        <p:sp>
          <p:nvSpPr>
            <p:cNvPr id="21" name="矩形: 圆角 20"/>
            <p:cNvSpPr/>
            <p:nvPr/>
          </p:nvSpPr>
          <p:spPr>
            <a:xfrm>
              <a:off x="1482294" y="2336799"/>
              <a:ext cx="2700000" cy="792000"/>
            </a:xfrm>
            <a:prstGeom prst="roundRect">
              <a:avLst/>
            </a:prstGeom>
            <a:solidFill>
              <a:schemeClr val="tx1">
                <a:lumMod val="75000"/>
                <a:lumOff val="25000"/>
                <a:alpha val="39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896314" y="2498724"/>
              <a:ext cx="1995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/>
                  </a:solidFill>
                </a:rPr>
                <a:t>声明式</a:t>
              </a:r>
              <a:endParaRPr lang="zh-CN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4" name="矩形: 圆角 20"/>
            <p:cNvSpPr/>
            <p:nvPr/>
          </p:nvSpPr>
          <p:spPr>
            <a:xfrm>
              <a:off x="5685359" y="2336799"/>
              <a:ext cx="2700000" cy="792000"/>
            </a:xfrm>
            <a:prstGeom prst="roundRect">
              <a:avLst/>
            </a:prstGeom>
            <a:solidFill>
              <a:schemeClr val="tx1">
                <a:lumMod val="75000"/>
                <a:lumOff val="25000"/>
                <a:alpha val="39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6037784" y="2471419"/>
              <a:ext cx="1995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800" dirty="0">
                  <a:solidFill>
                    <a:schemeClr val="bg1"/>
                  </a:solidFill>
                </a:rPr>
                <a:t>命令式</a:t>
              </a:r>
              <a:endParaRPr lang="zh-CN" altLang="en-US" sz="28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4" name="直接连接符 23"/>
          <p:cNvCxnSpPr/>
          <p:nvPr/>
        </p:nvCxnSpPr>
        <p:spPr>
          <a:xfrm>
            <a:off x="707966" y="3327400"/>
            <a:ext cx="4320000" cy="0"/>
          </a:xfrm>
          <a:prstGeom prst="line">
            <a:avLst/>
          </a:prstGeom>
          <a:ln w="22225" cap="flat"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">
                  <a:schemeClr val="bg1">
                    <a:alpha val="50000"/>
                  </a:schemeClr>
                </a:gs>
                <a:gs pos="90000">
                  <a:schemeClr val="bg1">
                    <a:alpha val="50000"/>
                  </a:schemeClr>
                </a:gs>
                <a:gs pos="50000">
                  <a:schemeClr val="bg1">
                    <a:lumMod val="0"/>
                    <a:lumOff val="10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585470" y="3327400"/>
            <a:ext cx="3084195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告诉“机器”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你想要的是什么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(what)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让机器想出如何去做(how)。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9449706" y="205343"/>
            <a:ext cx="2520000" cy="2520000"/>
            <a:chOff x="6425711" y="582617"/>
            <a:chExt cx="2520000" cy="2520000"/>
          </a:xfrm>
        </p:grpSpPr>
        <p:sp>
          <p:nvSpPr>
            <p:cNvPr id="28" name="椭圆 27"/>
            <p:cNvSpPr/>
            <p:nvPr/>
          </p:nvSpPr>
          <p:spPr>
            <a:xfrm>
              <a:off x="6425711" y="582617"/>
              <a:ext cx="2520000" cy="2520000"/>
            </a:xfrm>
            <a:prstGeom prst="ellipse">
              <a:avLst/>
            </a:pr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弧形 28"/>
            <p:cNvSpPr/>
            <p:nvPr/>
          </p:nvSpPr>
          <p:spPr>
            <a:xfrm rot="12924155">
              <a:off x="7235711" y="1392617"/>
              <a:ext cx="900000" cy="900000"/>
            </a:xfrm>
            <a:prstGeom prst="arc">
              <a:avLst>
                <a:gd name="adj1" fmla="val 11529635"/>
                <a:gd name="adj2" fmla="val 8995229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弧形 29"/>
            <p:cNvSpPr/>
            <p:nvPr/>
          </p:nvSpPr>
          <p:spPr>
            <a:xfrm rot="13320332">
              <a:off x="7055711" y="1212617"/>
              <a:ext cx="1260000" cy="1260000"/>
            </a:xfrm>
            <a:prstGeom prst="arc">
              <a:avLst>
                <a:gd name="adj1" fmla="val 467427"/>
                <a:gd name="adj2" fmla="val 19703969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6785711" y="942617"/>
              <a:ext cx="1800000" cy="1800000"/>
            </a:xfrm>
            <a:prstGeom prst="ellipse">
              <a:avLst/>
            </a:prstGeom>
            <a:noFill/>
            <a:ln w="25400" cmpd="thinThick"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" name="任意多边形: 形状 36"/>
          <p:cNvSpPr/>
          <p:nvPr/>
        </p:nvSpPr>
        <p:spPr>
          <a:xfrm>
            <a:off x="6853287" y="1536569"/>
            <a:ext cx="103694" cy="18854"/>
          </a:xfrm>
          <a:custGeom>
            <a:avLst/>
            <a:gdLst>
              <a:gd name="connsiteX0" fmla="*/ 103694 w 103694"/>
              <a:gd name="connsiteY0" fmla="*/ 18854 h 18854"/>
              <a:gd name="connsiteX1" fmla="*/ 0 w 103694"/>
              <a:gd name="connsiteY1" fmla="*/ 0 h 18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694" h="18854">
                <a:moveTo>
                  <a:pt x="103694" y="18854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任意多边形: 形状 50"/>
          <p:cNvSpPr/>
          <p:nvPr/>
        </p:nvSpPr>
        <p:spPr>
          <a:xfrm>
            <a:off x="9587060" y="2829924"/>
            <a:ext cx="142432" cy="117097"/>
          </a:xfrm>
          <a:custGeom>
            <a:avLst/>
            <a:gdLst>
              <a:gd name="connsiteX0" fmla="*/ 103695 w 142432"/>
              <a:gd name="connsiteY0" fmla="*/ 2580 h 117097"/>
              <a:gd name="connsiteX1" fmla="*/ 141402 w 142432"/>
              <a:gd name="connsiteY1" fmla="*/ 68568 h 117097"/>
              <a:gd name="connsiteX2" fmla="*/ 131975 w 142432"/>
              <a:gd name="connsiteY2" fmla="*/ 96848 h 117097"/>
              <a:gd name="connsiteX3" fmla="*/ 94268 w 142432"/>
              <a:gd name="connsiteY3" fmla="*/ 87421 h 117097"/>
              <a:gd name="connsiteX4" fmla="*/ 47134 w 142432"/>
              <a:gd name="connsiteY4" fmla="*/ 96848 h 117097"/>
              <a:gd name="connsiteX5" fmla="*/ 18854 w 142432"/>
              <a:gd name="connsiteY5" fmla="*/ 115702 h 117097"/>
              <a:gd name="connsiteX6" fmla="*/ 0 w 142432"/>
              <a:gd name="connsiteY6" fmla="*/ 59141 h 117097"/>
              <a:gd name="connsiteX7" fmla="*/ 28280 w 142432"/>
              <a:gd name="connsiteY7" fmla="*/ 40287 h 117097"/>
              <a:gd name="connsiteX8" fmla="*/ 65988 w 142432"/>
              <a:gd name="connsiteY8" fmla="*/ 30860 h 117097"/>
              <a:gd name="connsiteX9" fmla="*/ 103695 w 142432"/>
              <a:gd name="connsiteY9" fmla="*/ 2580 h 117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2432" h="117097">
                <a:moveTo>
                  <a:pt x="103695" y="2580"/>
                </a:moveTo>
                <a:cubicBezTo>
                  <a:pt x="116264" y="8865"/>
                  <a:pt x="134122" y="44303"/>
                  <a:pt x="141402" y="68568"/>
                </a:cubicBezTo>
                <a:cubicBezTo>
                  <a:pt x="144257" y="78086"/>
                  <a:pt x="141201" y="93158"/>
                  <a:pt x="131975" y="96848"/>
                </a:cubicBezTo>
                <a:cubicBezTo>
                  <a:pt x="119946" y="101660"/>
                  <a:pt x="106837" y="90563"/>
                  <a:pt x="94268" y="87421"/>
                </a:cubicBezTo>
                <a:cubicBezTo>
                  <a:pt x="78557" y="90563"/>
                  <a:pt x="62136" y="91222"/>
                  <a:pt x="47134" y="96848"/>
                </a:cubicBezTo>
                <a:cubicBezTo>
                  <a:pt x="36526" y="100826"/>
                  <a:pt x="27701" y="122780"/>
                  <a:pt x="18854" y="115702"/>
                </a:cubicBezTo>
                <a:cubicBezTo>
                  <a:pt x="3335" y="103287"/>
                  <a:pt x="0" y="59141"/>
                  <a:pt x="0" y="59141"/>
                </a:cubicBezTo>
                <a:cubicBezTo>
                  <a:pt x="9427" y="52856"/>
                  <a:pt x="17867" y="44750"/>
                  <a:pt x="28280" y="40287"/>
                </a:cubicBezTo>
                <a:cubicBezTo>
                  <a:pt x="40189" y="35183"/>
                  <a:pt x="55208" y="38047"/>
                  <a:pt x="65988" y="30860"/>
                </a:cubicBezTo>
                <a:cubicBezTo>
                  <a:pt x="112330" y="-35"/>
                  <a:pt x="91126" y="-3705"/>
                  <a:pt x="103695" y="25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任意多边形: 形状 51"/>
          <p:cNvSpPr/>
          <p:nvPr/>
        </p:nvSpPr>
        <p:spPr>
          <a:xfrm>
            <a:off x="9685946" y="2533457"/>
            <a:ext cx="142199" cy="106638"/>
          </a:xfrm>
          <a:custGeom>
            <a:avLst/>
            <a:gdLst>
              <a:gd name="connsiteX0" fmla="*/ 75945 w 142199"/>
              <a:gd name="connsiteY0" fmla="*/ 12370 h 106638"/>
              <a:gd name="connsiteX1" fmla="*/ 141933 w 142199"/>
              <a:gd name="connsiteY1" fmla="*/ 68931 h 106638"/>
              <a:gd name="connsiteX2" fmla="*/ 132506 w 142199"/>
              <a:gd name="connsiteY2" fmla="*/ 106638 h 106638"/>
              <a:gd name="connsiteX3" fmla="*/ 75945 w 142199"/>
              <a:gd name="connsiteY3" fmla="*/ 97211 h 106638"/>
              <a:gd name="connsiteX4" fmla="*/ 47664 w 142199"/>
              <a:gd name="connsiteY4" fmla="*/ 87784 h 106638"/>
              <a:gd name="connsiteX5" fmla="*/ 9957 w 142199"/>
              <a:gd name="connsiteY5" fmla="*/ 78358 h 106638"/>
              <a:gd name="connsiteX6" fmla="*/ 9957 w 142199"/>
              <a:gd name="connsiteY6" fmla="*/ 21797 h 106638"/>
              <a:gd name="connsiteX7" fmla="*/ 38238 w 142199"/>
              <a:gd name="connsiteY7" fmla="*/ 12370 h 106638"/>
              <a:gd name="connsiteX8" fmla="*/ 75945 w 142199"/>
              <a:gd name="connsiteY8" fmla="*/ 12370 h 10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199" h="106638">
                <a:moveTo>
                  <a:pt x="75945" y="12370"/>
                </a:moveTo>
                <a:cubicBezTo>
                  <a:pt x="93227" y="21797"/>
                  <a:pt x="137852" y="40367"/>
                  <a:pt x="141933" y="68931"/>
                </a:cubicBezTo>
                <a:cubicBezTo>
                  <a:pt x="143765" y="81757"/>
                  <a:pt x="135648" y="94069"/>
                  <a:pt x="132506" y="106638"/>
                </a:cubicBezTo>
                <a:cubicBezTo>
                  <a:pt x="113652" y="103496"/>
                  <a:pt x="94604" y="101357"/>
                  <a:pt x="75945" y="97211"/>
                </a:cubicBezTo>
                <a:cubicBezTo>
                  <a:pt x="66245" y="95055"/>
                  <a:pt x="57219" y="90514"/>
                  <a:pt x="47664" y="87784"/>
                </a:cubicBezTo>
                <a:cubicBezTo>
                  <a:pt x="35207" y="84225"/>
                  <a:pt x="22526" y="81500"/>
                  <a:pt x="9957" y="78358"/>
                </a:cubicBezTo>
                <a:cubicBezTo>
                  <a:pt x="3672" y="59504"/>
                  <a:pt x="-8897" y="40650"/>
                  <a:pt x="9957" y="21797"/>
                </a:cubicBezTo>
                <a:cubicBezTo>
                  <a:pt x="16984" y="14771"/>
                  <a:pt x="28811" y="15512"/>
                  <a:pt x="38238" y="12370"/>
                </a:cubicBezTo>
                <a:cubicBezTo>
                  <a:pt x="71747" y="-9970"/>
                  <a:pt x="58663" y="2943"/>
                  <a:pt x="75945" y="1237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任意多边形: 形状 52"/>
          <p:cNvSpPr/>
          <p:nvPr/>
        </p:nvSpPr>
        <p:spPr>
          <a:xfrm>
            <a:off x="9605528" y="3792843"/>
            <a:ext cx="104990" cy="125961"/>
          </a:xfrm>
          <a:custGeom>
            <a:avLst/>
            <a:gdLst>
              <a:gd name="connsiteX0" fmla="*/ 103718 w 104990"/>
              <a:gd name="connsiteY0" fmla="*/ 59973 h 125961"/>
              <a:gd name="connsiteX1" fmla="*/ 94291 w 104990"/>
              <a:gd name="connsiteY1" fmla="*/ 3412 h 125961"/>
              <a:gd name="connsiteX2" fmla="*/ 56584 w 104990"/>
              <a:gd name="connsiteY2" fmla="*/ 12839 h 125961"/>
              <a:gd name="connsiteX3" fmla="*/ 37730 w 104990"/>
              <a:gd name="connsiteY3" fmla="*/ 41119 h 125961"/>
              <a:gd name="connsiteX4" fmla="*/ 9450 w 104990"/>
              <a:gd name="connsiteY4" fmla="*/ 59973 h 125961"/>
              <a:gd name="connsiteX5" fmla="*/ 28303 w 104990"/>
              <a:gd name="connsiteY5" fmla="*/ 107107 h 125961"/>
              <a:gd name="connsiteX6" fmla="*/ 84864 w 104990"/>
              <a:gd name="connsiteY6" fmla="*/ 125961 h 125961"/>
              <a:gd name="connsiteX7" fmla="*/ 103718 w 104990"/>
              <a:gd name="connsiteY7" fmla="*/ 59973 h 12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4990" h="125961">
                <a:moveTo>
                  <a:pt x="103718" y="59973"/>
                </a:moveTo>
                <a:cubicBezTo>
                  <a:pt x="105289" y="39548"/>
                  <a:pt x="107806" y="16927"/>
                  <a:pt x="94291" y="3412"/>
                </a:cubicBezTo>
                <a:cubicBezTo>
                  <a:pt x="85130" y="-5749"/>
                  <a:pt x="67364" y="5652"/>
                  <a:pt x="56584" y="12839"/>
                </a:cubicBezTo>
                <a:cubicBezTo>
                  <a:pt x="47157" y="19123"/>
                  <a:pt x="45741" y="33108"/>
                  <a:pt x="37730" y="41119"/>
                </a:cubicBezTo>
                <a:cubicBezTo>
                  <a:pt x="29719" y="49130"/>
                  <a:pt x="18877" y="53688"/>
                  <a:pt x="9450" y="59973"/>
                </a:cubicBezTo>
                <a:cubicBezTo>
                  <a:pt x="-1492" y="92797"/>
                  <a:pt x="-10603" y="89815"/>
                  <a:pt x="28303" y="107107"/>
                </a:cubicBezTo>
                <a:cubicBezTo>
                  <a:pt x="46464" y="115179"/>
                  <a:pt x="84864" y="125961"/>
                  <a:pt x="84864" y="125961"/>
                </a:cubicBezTo>
                <a:cubicBezTo>
                  <a:pt x="108947" y="89837"/>
                  <a:pt x="102147" y="80398"/>
                  <a:pt x="103718" y="599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任意多边形: 形状 53"/>
          <p:cNvSpPr/>
          <p:nvPr/>
        </p:nvSpPr>
        <p:spPr>
          <a:xfrm>
            <a:off x="9305468" y="2780801"/>
            <a:ext cx="131975" cy="128439"/>
          </a:xfrm>
          <a:custGeom>
            <a:avLst/>
            <a:gdLst>
              <a:gd name="connsiteX0" fmla="*/ 103695 w 131975"/>
              <a:gd name="connsiteY0" fmla="*/ 40251 h 128439"/>
              <a:gd name="connsiteX1" fmla="*/ 131975 w 131975"/>
              <a:gd name="connsiteY1" fmla="*/ 125092 h 128439"/>
              <a:gd name="connsiteX2" fmla="*/ 103695 w 131975"/>
              <a:gd name="connsiteY2" fmla="*/ 115665 h 128439"/>
              <a:gd name="connsiteX3" fmla="*/ 75414 w 131975"/>
              <a:gd name="connsiteY3" fmla="*/ 96812 h 128439"/>
              <a:gd name="connsiteX4" fmla="*/ 0 w 131975"/>
              <a:gd name="connsiteY4" fmla="*/ 77958 h 128439"/>
              <a:gd name="connsiteX5" fmla="*/ 9427 w 131975"/>
              <a:gd name="connsiteY5" fmla="*/ 2544 h 128439"/>
              <a:gd name="connsiteX6" fmla="*/ 37707 w 131975"/>
              <a:gd name="connsiteY6" fmla="*/ 11971 h 128439"/>
              <a:gd name="connsiteX7" fmla="*/ 103695 w 131975"/>
              <a:gd name="connsiteY7" fmla="*/ 40251 h 128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975" h="128439">
                <a:moveTo>
                  <a:pt x="103695" y="40251"/>
                </a:moveTo>
                <a:cubicBezTo>
                  <a:pt x="119406" y="59104"/>
                  <a:pt x="131975" y="95282"/>
                  <a:pt x="131975" y="125092"/>
                </a:cubicBezTo>
                <a:cubicBezTo>
                  <a:pt x="131975" y="135029"/>
                  <a:pt x="112583" y="120109"/>
                  <a:pt x="103695" y="115665"/>
                </a:cubicBezTo>
                <a:cubicBezTo>
                  <a:pt x="93561" y="110598"/>
                  <a:pt x="85548" y="101879"/>
                  <a:pt x="75414" y="96812"/>
                </a:cubicBezTo>
                <a:cubicBezTo>
                  <a:pt x="56088" y="87149"/>
                  <a:pt x="17930" y="81544"/>
                  <a:pt x="0" y="77958"/>
                </a:cubicBezTo>
                <a:cubicBezTo>
                  <a:pt x="3142" y="52820"/>
                  <a:pt x="-3142" y="24540"/>
                  <a:pt x="9427" y="2544"/>
                </a:cubicBezTo>
                <a:cubicBezTo>
                  <a:pt x="14357" y="-6083"/>
                  <a:pt x="28007" y="9816"/>
                  <a:pt x="37707" y="11971"/>
                </a:cubicBezTo>
                <a:cubicBezTo>
                  <a:pt x="107701" y="27525"/>
                  <a:pt x="87984" y="21398"/>
                  <a:pt x="103695" y="4025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任意多边形: 形状 54"/>
          <p:cNvSpPr/>
          <p:nvPr/>
        </p:nvSpPr>
        <p:spPr>
          <a:xfrm>
            <a:off x="8911970" y="3342843"/>
            <a:ext cx="144217" cy="79732"/>
          </a:xfrm>
          <a:custGeom>
            <a:avLst/>
            <a:gdLst>
              <a:gd name="connsiteX0" fmla="*/ 134819 w 144217"/>
              <a:gd name="connsiteY0" fmla="*/ 4317 h 79732"/>
              <a:gd name="connsiteX1" fmla="*/ 2844 w 144217"/>
              <a:gd name="connsiteY1" fmla="*/ 60878 h 79732"/>
              <a:gd name="connsiteX2" fmla="*/ 31124 w 144217"/>
              <a:gd name="connsiteY2" fmla="*/ 79732 h 79732"/>
              <a:gd name="connsiteX3" fmla="*/ 59405 w 144217"/>
              <a:gd name="connsiteY3" fmla="*/ 70305 h 79732"/>
              <a:gd name="connsiteX4" fmla="*/ 125392 w 144217"/>
              <a:gd name="connsiteY4" fmla="*/ 60878 h 79732"/>
              <a:gd name="connsiteX5" fmla="*/ 134819 w 144217"/>
              <a:gd name="connsiteY5" fmla="*/ 4317 h 7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217" h="79732">
                <a:moveTo>
                  <a:pt x="134819" y="4317"/>
                </a:moveTo>
                <a:cubicBezTo>
                  <a:pt x="114394" y="4317"/>
                  <a:pt x="-21188" y="-23238"/>
                  <a:pt x="2844" y="60878"/>
                </a:cubicBezTo>
                <a:cubicBezTo>
                  <a:pt x="5956" y="71772"/>
                  <a:pt x="21697" y="73447"/>
                  <a:pt x="31124" y="79732"/>
                </a:cubicBezTo>
                <a:cubicBezTo>
                  <a:pt x="40551" y="76590"/>
                  <a:pt x="49661" y="72254"/>
                  <a:pt x="59405" y="70305"/>
                </a:cubicBezTo>
                <a:cubicBezTo>
                  <a:pt x="81192" y="65947"/>
                  <a:pt x="110932" y="77748"/>
                  <a:pt x="125392" y="60878"/>
                </a:cubicBezTo>
                <a:cubicBezTo>
                  <a:pt x="137831" y="46366"/>
                  <a:pt x="155244" y="4317"/>
                  <a:pt x="134819" y="431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任意多边形: 形状 55"/>
          <p:cNvSpPr/>
          <p:nvPr/>
        </p:nvSpPr>
        <p:spPr>
          <a:xfrm>
            <a:off x="9044375" y="4464175"/>
            <a:ext cx="118463" cy="102094"/>
          </a:xfrm>
          <a:custGeom>
            <a:avLst/>
            <a:gdLst>
              <a:gd name="connsiteX0" fmla="*/ 4637 w 118463"/>
              <a:gd name="connsiteY0" fmla="*/ 380 h 102094"/>
              <a:gd name="connsiteX1" fmla="*/ 117758 w 118463"/>
              <a:gd name="connsiteY1" fmla="*/ 85221 h 102094"/>
              <a:gd name="connsiteX2" fmla="*/ 32917 w 118463"/>
              <a:gd name="connsiteY2" fmla="*/ 94648 h 102094"/>
              <a:gd name="connsiteX3" fmla="*/ 14063 w 118463"/>
              <a:gd name="connsiteY3" fmla="*/ 66367 h 102094"/>
              <a:gd name="connsiteX4" fmla="*/ 4637 w 118463"/>
              <a:gd name="connsiteY4" fmla="*/ 380 h 102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463" h="102094">
                <a:moveTo>
                  <a:pt x="4637" y="380"/>
                </a:moveTo>
                <a:cubicBezTo>
                  <a:pt x="21920" y="3522"/>
                  <a:pt x="104214" y="40075"/>
                  <a:pt x="117758" y="85221"/>
                </a:cubicBezTo>
                <a:cubicBezTo>
                  <a:pt x="125934" y="112475"/>
                  <a:pt x="60912" y="99738"/>
                  <a:pt x="32917" y="94648"/>
                </a:cubicBezTo>
                <a:cubicBezTo>
                  <a:pt x="21770" y="92621"/>
                  <a:pt x="20348" y="75794"/>
                  <a:pt x="14063" y="66367"/>
                </a:cubicBezTo>
                <a:cubicBezTo>
                  <a:pt x="24723" y="13070"/>
                  <a:pt x="-12646" y="-2762"/>
                  <a:pt x="4637" y="3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任意多边形: 形状 56"/>
          <p:cNvSpPr/>
          <p:nvPr/>
        </p:nvSpPr>
        <p:spPr>
          <a:xfrm>
            <a:off x="8831316" y="3579331"/>
            <a:ext cx="115359" cy="75414"/>
          </a:xfrm>
          <a:custGeom>
            <a:avLst/>
            <a:gdLst>
              <a:gd name="connsiteX0" fmla="*/ 115359 w 115359"/>
              <a:gd name="connsiteY0" fmla="*/ 75414 h 75414"/>
              <a:gd name="connsiteX1" fmla="*/ 68225 w 115359"/>
              <a:gd name="connsiteY1" fmla="*/ 56561 h 75414"/>
              <a:gd name="connsiteX2" fmla="*/ 2238 w 115359"/>
              <a:gd name="connsiteY2" fmla="*/ 47134 h 75414"/>
              <a:gd name="connsiteX3" fmla="*/ 21091 w 115359"/>
              <a:gd name="connsiteY3" fmla="*/ 18854 h 75414"/>
              <a:gd name="connsiteX4" fmla="*/ 49372 w 115359"/>
              <a:gd name="connsiteY4" fmla="*/ 0 h 75414"/>
              <a:gd name="connsiteX5" fmla="*/ 96506 w 115359"/>
              <a:gd name="connsiteY5" fmla="*/ 9427 h 75414"/>
              <a:gd name="connsiteX6" fmla="*/ 105933 w 115359"/>
              <a:gd name="connsiteY6" fmla="*/ 37707 h 75414"/>
              <a:gd name="connsiteX7" fmla="*/ 115359 w 115359"/>
              <a:gd name="connsiteY7" fmla="*/ 75414 h 75414"/>
              <a:gd name="connsiteX8" fmla="*/ 115359 w 115359"/>
              <a:gd name="connsiteY8" fmla="*/ 75414 h 75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359" h="75414">
                <a:moveTo>
                  <a:pt x="115359" y="75414"/>
                </a:moveTo>
                <a:cubicBezTo>
                  <a:pt x="107503" y="72272"/>
                  <a:pt x="84641" y="60665"/>
                  <a:pt x="68225" y="56561"/>
                </a:cubicBezTo>
                <a:cubicBezTo>
                  <a:pt x="46669" y="51172"/>
                  <a:pt x="19588" y="61014"/>
                  <a:pt x="2238" y="47134"/>
                </a:cubicBezTo>
                <a:cubicBezTo>
                  <a:pt x="-6609" y="40057"/>
                  <a:pt x="13080" y="26865"/>
                  <a:pt x="21091" y="18854"/>
                </a:cubicBezTo>
                <a:cubicBezTo>
                  <a:pt x="29102" y="10843"/>
                  <a:pt x="39945" y="6285"/>
                  <a:pt x="49372" y="0"/>
                </a:cubicBezTo>
                <a:cubicBezTo>
                  <a:pt x="65083" y="3142"/>
                  <a:pt x="83174" y="539"/>
                  <a:pt x="96506" y="9427"/>
                </a:cubicBezTo>
                <a:cubicBezTo>
                  <a:pt x="104774" y="14939"/>
                  <a:pt x="103203" y="28153"/>
                  <a:pt x="105933" y="37707"/>
                </a:cubicBezTo>
                <a:cubicBezTo>
                  <a:pt x="109492" y="50164"/>
                  <a:pt x="109565" y="63826"/>
                  <a:pt x="115359" y="75414"/>
                </a:cubicBezTo>
                <a:lnTo>
                  <a:pt x="115359" y="75414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任意多边形: 形状 57"/>
          <p:cNvSpPr/>
          <p:nvPr/>
        </p:nvSpPr>
        <p:spPr>
          <a:xfrm>
            <a:off x="10200953" y="3270570"/>
            <a:ext cx="110309" cy="113659"/>
          </a:xfrm>
          <a:custGeom>
            <a:avLst/>
            <a:gdLst>
              <a:gd name="connsiteX0" fmla="*/ 103698 w 110309"/>
              <a:gd name="connsiteY0" fmla="*/ 19391 h 113659"/>
              <a:gd name="connsiteX1" fmla="*/ 9430 w 110309"/>
              <a:gd name="connsiteY1" fmla="*/ 538 h 113659"/>
              <a:gd name="connsiteX2" fmla="*/ 3 w 110309"/>
              <a:gd name="connsiteY2" fmla="*/ 28818 h 113659"/>
              <a:gd name="connsiteX3" fmla="*/ 9430 w 110309"/>
              <a:gd name="connsiteY3" fmla="*/ 75952 h 113659"/>
              <a:gd name="connsiteX4" fmla="*/ 65991 w 110309"/>
              <a:gd name="connsiteY4" fmla="*/ 113659 h 113659"/>
              <a:gd name="connsiteX5" fmla="*/ 103698 w 110309"/>
              <a:gd name="connsiteY5" fmla="*/ 75952 h 113659"/>
              <a:gd name="connsiteX6" fmla="*/ 103698 w 110309"/>
              <a:gd name="connsiteY6" fmla="*/ 19391 h 11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309" h="113659">
                <a:moveTo>
                  <a:pt x="103698" y="19391"/>
                </a:moveTo>
                <a:cubicBezTo>
                  <a:pt x="87987" y="6822"/>
                  <a:pt x="41343" y="-2363"/>
                  <a:pt x="9430" y="538"/>
                </a:cubicBezTo>
                <a:cubicBezTo>
                  <a:pt x="-466" y="1438"/>
                  <a:pt x="3" y="18881"/>
                  <a:pt x="3" y="28818"/>
                </a:cubicBezTo>
                <a:cubicBezTo>
                  <a:pt x="3" y="44840"/>
                  <a:pt x="-407" y="63305"/>
                  <a:pt x="9430" y="75952"/>
                </a:cubicBezTo>
                <a:cubicBezTo>
                  <a:pt x="23341" y="93838"/>
                  <a:pt x="65991" y="113659"/>
                  <a:pt x="65991" y="113659"/>
                </a:cubicBezTo>
                <a:cubicBezTo>
                  <a:pt x="84845" y="107375"/>
                  <a:pt x="109983" y="107375"/>
                  <a:pt x="103698" y="75952"/>
                </a:cubicBezTo>
                <a:cubicBezTo>
                  <a:pt x="101955" y="67237"/>
                  <a:pt x="119409" y="31960"/>
                  <a:pt x="103698" y="1939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任意多边形: 形状 58"/>
          <p:cNvSpPr/>
          <p:nvPr/>
        </p:nvSpPr>
        <p:spPr>
          <a:xfrm>
            <a:off x="9236573" y="4041358"/>
            <a:ext cx="110034" cy="90251"/>
          </a:xfrm>
          <a:custGeom>
            <a:avLst/>
            <a:gdLst>
              <a:gd name="connsiteX0" fmla="*/ 101929 w 110034"/>
              <a:gd name="connsiteY0" fmla="*/ 5700 h 90251"/>
              <a:gd name="connsiteX1" fmla="*/ 92502 w 110034"/>
              <a:gd name="connsiteY1" fmla="*/ 81114 h 90251"/>
              <a:gd name="connsiteX2" fmla="*/ 7661 w 110034"/>
              <a:gd name="connsiteY2" fmla="*/ 71688 h 90251"/>
              <a:gd name="connsiteX3" fmla="*/ 17088 w 110034"/>
              <a:gd name="connsiteY3" fmla="*/ 15127 h 90251"/>
              <a:gd name="connsiteX4" fmla="*/ 101929 w 110034"/>
              <a:gd name="connsiteY4" fmla="*/ 5700 h 90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034" h="90251">
                <a:moveTo>
                  <a:pt x="101929" y="5700"/>
                </a:moveTo>
                <a:cubicBezTo>
                  <a:pt x="114498" y="16698"/>
                  <a:pt x="113256" y="66586"/>
                  <a:pt x="92502" y="81114"/>
                </a:cubicBezTo>
                <a:cubicBezTo>
                  <a:pt x="69191" y="97432"/>
                  <a:pt x="29075" y="90425"/>
                  <a:pt x="7661" y="71688"/>
                </a:cubicBezTo>
                <a:cubicBezTo>
                  <a:pt x="-6724" y="59102"/>
                  <a:pt x="698" y="24961"/>
                  <a:pt x="17088" y="15127"/>
                </a:cubicBezTo>
                <a:cubicBezTo>
                  <a:pt x="41338" y="577"/>
                  <a:pt x="89360" y="-5298"/>
                  <a:pt x="101929" y="570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: 形状 59"/>
          <p:cNvSpPr/>
          <p:nvPr/>
        </p:nvSpPr>
        <p:spPr>
          <a:xfrm>
            <a:off x="9407612" y="4563040"/>
            <a:ext cx="159730" cy="98701"/>
          </a:xfrm>
          <a:custGeom>
            <a:avLst/>
            <a:gdLst>
              <a:gd name="connsiteX0" fmla="*/ 150828 w 159730"/>
              <a:gd name="connsiteY0" fmla="*/ 70421 h 98701"/>
              <a:gd name="connsiteX1" fmla="*/ 0 w 159730"/>
              <a:gd name="connsiteY1" fmla="*/ 32714 h 98701"/>
              <a:gd name="connsiteX2" fmla="*/ 9426 w 159730"/>
              <a:gd name="connsiteY2" fmla="*/ 60994 h 98701"/>
              <a:gd name="connsiteX3" fmla="*/ 37707 w 159730"/>
              <a:gd name="connsiteY3" fmla="*/ 51567 h 98701"/>
              <a:gd name="connsiteX4" fmla="*/ 75414 w 159730"/>
              <a:gd name="connsiteY4" fmla="*/ 89275 h 98701"/>
              <a:gd name="connsiteX5" fmla="*/ 103694 w 159730"/>
              <a:gd name="connsiteY5" fmla="*/ 98701 h 98701"/>
              <a:gd name="connsiteX6" fmla="*/ 131975 w 159730"/>
              <a:gd name="connsiteY6" fmla="*/ 89275 h 98701"/>
              <a:gd name="connsiteX7" fmla="*/ 141402 w 159730"/>
              <a:gd name="connsiteY7" fmla="*/ 60994 h 98701"/>
              <a:gd name="connsiteX8" fmla="*/ 150828 w 159730"/>
              <a:gd name="connsiteY8" fmla="*/ 70421 h 98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730" h="98701">
                <a:moveTo>
                  <a:pt x="150828" y="70421"/>
                </a:moveTo>
                <a:cubicBezTo>
                  <a:pt x="127261" y="65708"/>
                  <a:pt x="0" y="-56986"/>
                  <a:pt x="0" y="32714"/>
                </a:cubicBezTo>
                <a:cubicBezTo>
                  <a:pt x="0" y="42651"/>
                  <a:pt x="6284" y="51567"/>
                  <a:pt x="9426" y="60994"/>
                </a:cubicBezTo>
                <a:cubicBezTo>
                  <a:pt x="18853" y="57852"/>
                  <a:pt x="27770" y="51567"/>
                  <a:pt x="37707" y="51567"/>
                </a:cubicBezTo>
                <a:cubicBezTo>
                  <a:pt x="87982" y="51567"/>
                  <a:pt x="50276" y="64137"/>
                  <a:pt x="75414" y="89275"/>
                </a:cubicBezTo>
                <a:cubicBezTo>
                  <a:pt x="82440" y="96301"/>
                  <a:pt x="94267" y="95559"/>
                  <a:pt x="103694" y="98701"/>
                </a:cubicBezTo>
                <a:cubicBezTo>
                  <a:pt x="113121" y="95559"/>
                  <a:pt x="124949" y="96301"/>
                  <a:pt x="131975" y="89275"/>
                </a:cubicBezTo>
                <a:cubicBezTo>
                  <a:pt x="139002" y="82249"/>
                  <a:pt x="137712" y="70220"/>
                  <a:pt x="141402" y="60994"/>
                </a:cubicBezTo>
                <a:cubicBezTo>
                  <a:pt x="144011" y="54470"/>
                  <a:pt x="174395" y="75134"/>
                  <a:pt x="150828" y="7042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任意多边形: 形状 60"/>
          <p:cNvSpPr/>
          <p:nvPr/>
        </p:nvSpPr>
        <p:spPr>
          <a:xfrm>
            <a:off x="7298000" y="3985897"/>
            <a:ext cx="88042" cy="126071"/>
          </a:xfrm>
          <a:custGeom>
            <a:avLst/>
            <a:gdLst>
              <a:gd name="connsiteX0" fmla="*/ 75414 w 88042"/>
              <a:gd name="connsiteY0" fmla="*/ 3523 h 126071"/>
              <a:gd name="connsiteX1" fmla="*/ 84841 w 88042"/>
              <a:gd name="connsiteY1" fmla="*/ 88364 h 126071"/>
              <a:gd name="connsiteX2" fmla="*/ 56561 w 88042"/>
              <a:gd name="connsiteY2" fmla="*/ 97791 h 126071"/>
              <a:gd name="connsiteX3" fmla="*/ 47134 w 88042"/>
              <a:gd name="connsiteY3" fmla="*/ 126071 h 126071"/>
              <a:gd name="connsiteX4" fmla="*/ 0 w 88042"/>
              <a:gd name="connsiteY4" fmla="*/ 41230 h 126071"/>
              <a:gd name="connsiteX5" fmla="*/ 75414 w 88042"/>
              <a:gd name="connsiteY5" fmla="*/ 3523 h 12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042" h="126071">
                <a:moveTo>
                  <a:pt x="75414" y="3523"/>
                </a:moveTo>
                <a:cubicBezTo>
                  <a:pt x="89554" y="11379"/>
                  <a:pt x="90421" y="60462"/>
                  <a:pt x="84841" y="88364"/>
                </a:cubicBezTo>
                <a:cubicBezTo>
                  <a:pt x="82892" y="98108"/>
                  <a:pt x="63587" y="90765"/>
                  <a:pt x="56561" y="97791"/>
                </a:cubicBezTo>
                <a:cubicBezTo>
                  <a:pt x="49535" y="104817"/>
                  <a:pt x="50276" y="116644"/>
                  <a:pt x="47134" y="126071"/>
                </a:cubicBezTo>
                <a:cubicBezTo>
                  <a:pt x="3915" y="61243"/>
                  <a:pt x="16592" y="91007"/>
                  <a:pt x="0" y="41230"/>
                </a:cubicBezTo>
                <a:cubicBezTo>
                  <a:pt x="14396" y="-1955"/>
                  <a:pt x="61274" y="-4333"/>
                  <a:pt x="75414" y="352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任意多边形: 形状 61"/>
          <p:cNvSpPr/>
          <p:nvPr/>
        </p:nvSpPr>
        <p:spPr>
          <a:xfrm>
            <a:off x="8071725" y="3570797"/>
            <a:ext cx="123854" cy="98627"/>
          </a:xfrm>
          <a:custGeom>
            <a:avLst/>
            <a:gdLst>
              <a:gd name="connsiteX0" fmla="*/ 57119 w 123854"/>
              <a:gd name="connsiteY0" fmla="*/ 37707 h 98627"/>
              <a:gd name="connsiteX1" fmla="*/ 47692 w 123854"/>
              <a:gd name="connsiteY1" fmla="*/ 94268 h 98627"/>
              <a:gd name="connsiteX2" fmla="*/ 9985 w 123854"/>
              <a:gd name="connsiteY2" fmla="*/ 84841 h 98627"/>
              <a:gd name="connsiteX3" fmla="*/ 47692 w 123854"/>
              <a:gd name="connsiteY3" fmla="*/ 0 h 98627"/>
              <a:gd name="connsiteX4" fmla="*/ 123106 w 123854"/>
              <a:gd name="connsiteY4" fmla="*/ 37707 h 98627"/>
              <a:gd name="connsiteX5" fmla="*/ 94826 w 123854"/>
              <a:gd name="connsiteY5" fmla="*/ 47134 h 98627"/>
              <a:gd name="connsiteX6" fmla="*/ 47692 w 123854"/>
              <a:gd name="connsiteY6" fmla="*/ 37707 h 98627"/>
              <a:gd name="connsiteX7" fmla="*/ 19411 w 123854"/>
              <a:gd name="connsiteY7" fmla="*/ 28280 h 98627"/>
              <a:gd name="connsiteX8" fmla="*/ 57119 w 123854"/>
              <a:gd name="connsiteY8" fmla="*/ 37707 h 9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854" h="98627">
                <a:moveTo>
                  <a:pt x="57119" y="37707"/>
                </a:moveTo>
                <a:cubicBezTo>
                  <a:pt x="61833" y="48705"/>
                  <a:pt x="61207" y="80753"/>
                  <a:pt x="47692" y="94268"/>
                </a:cubicBezTo>
                <a:cubicBezTo>
                  <a:pt x="38531" y="103429"/>
                  <a:pt x="14082" y="97132"/>
                  <a:pt x="9985" y="84841"/>
                </a:cubicBezTo>
                <a:cubicBezTo>
                  <a:pt x="-14532" y="11292"/>
                  <a:pt x="9175" y="12839"/>
                  <a:pt x="47692" y="0"/>
                </a:cubicBezTo>
                <a:cubicBezTo>
                  <a:pt x="49832" y="357"/>
                  <a:pt x="132532" y="4"/>
                  <a:pt x="123106" y="37707"/>
                </a:cubicBezTo>
                <a:cubicBezTo>
                  <a:pt x="120696" y="47347"/>
                  <a:pt x="104253" y="43992"/>
                  <a:pt x="94826" y="47134"/>
                </a:cubicBezTo>
                <a:cubicBezTo>
                  <a:pt x="79115" y="43992"/>
                  <a:pt x="63236" y="41593"/>
                  <a:pt x="47692" y="37707"/>
                </a:cubicBezTo>
                <a:cubicBezTo>
                  <a:pt x="38052" y="35297"/>
                  <a:pt x="11143" y="33792"/>
                  <a:pt x="19411" y="28280"/>
                </a:cubicBezTo>
                <a:cubicBezTo>
                  <a:pt x="35315" y="17678"/>
                  <a:pt x="52405" y="26709"/>
                  <a:pt x="57119" y="3770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8630358" y="4805385"/>
            <a:ext cx="109886" cy="99319"/>
          </a:xfrm>
          <a:custGeom>
            <a:avLst/>
            <a:gdLst>
              <a:gd name="connsiteX0" fmla="*/ 33729 w 109886"/>
              <a:gd name="connsiteY0" fmla="*/ 94604 h 99319"/>
              <a:gd name="connsiteX1" fmla="*/ 109143 w 109886"/>
              <a:gd name="connsiteY1" fmla="*/ 19190 h 99319"/>
              <a:gd name="connsiteX2" fmla="*/ 80863 w 109886"/>
              <a:gd name="connsiteY2" fmla="*/ 336 h 99319"/>
              <a:gd name="connsiteX3" fmla="*/ 24302 w 109886"/>
              <a:gd name="connsiteY3" fmla="*/ 9763 h 99319"/>
              <a:gd name="connsiteX4" fmla="*/ 14875 w 109886"/>
              <a:gd name="connsiteY4" fmla="*/ 85177 h 99319"/>
              <a:gd name="connsiteX5" fmla="*/ 33729 w 109886"/>
              <a:gd name="connsiteY5" fmla="*/ 94604 h 99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886" h="99319">
                <a:moveTo>
                  <a:pt x="33729" y="94604"/>
                </a:moveTo>
                <a:cubicBezTo>
                  <a:pt x="49440" y="83606"/>
                  <a:pt x="93244" y="50987"/>
                  <a:pt x="109143" y="19190"/>
                </a:cubicBezTo>
                <a:cubicBezTo>
                  <a:pt x="114210" y="9057"/>
                  <a:pt x="92123" y="1587"/>
                  <a:pt x="80863" y="336"/>
                </a:cubicBezTo>
                <a:cubicBezTo>
                  <a:pt x="61866" y="-1775"/>
                  <a:pt x="43156" y="6621"/>
                  <a:pt x="24302" y="9763"/>
                </a:cubicBezTo>
                <a:cubicBezTo>
                  <a:pt x="11269" y="29312"/>
                  <a:pt x="-17576" y="58135"/>
                  <a:pt x="14875" y="85177"/>
                </a:cubicBezTo>
                <a:cubicBezTo>
                  <a:pt x="26945" y="95235"/>
                  <a:pt x="18018" y="105602"/>
                  <a:pt x="33729" y="9460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任意多边形: 形状 64"/>
          <p:cNvSpPr/>
          <p:nvPr/>
        </p:nvSpPr>
        <p:spPr>
          <a:xfrm>
            <a:off x="8195579" y="4348218"/>
            <a:ext cx="98714" cy="151527"/>
          </a:xfrm>
          <a:custGeom>
            <a:avLst/>
            <a:gdLst>
              <a:gd name="connsiteX0" fmla="*/ 65988 w 98714"/>
              <a:gd name="connsiteY0" fmla="*/ 130134 h 151527"/>
              <a:gd name="connsiteX1" fmla="*/ 94268 w 98714"/>
              <a:gd name="connsiteY1" fmla="*/ 35866 h 151527"/>
              <a:gd name="connsiteX2" fmla="*/ 0 w 98714"/>
              <a:gd name="connsiteY2" fmla="*/ 73573 h 151527"/>
              <a:gd name="connsiteX3" fmla="*/ 9427 w 98714"/>
              <a:gd name="connsiteY3" fmla="*/ 139561 h 151527"/>
              <a:gd name="connsiteX4" fmla="*/ 75415 w 98714"/>
              <a:gd name="connsiteY4" fmla="*/ 139561 h 151527"/>
              <a:gd name="connsiteX5" fmla="*/ 65988 w 98714"/>
              <a:gd name="connsiteY5" fmla="*/ 130134 h 15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714" h="151527">
                <a:moveTo>
                  <a:pt x="65988" y="130134"/>
                </a:moveTo>
                <a:cubicBezTo>
                  <a:pt x="69130" y="112851"/>
                  <a:pt x="112466" y="63162"/>
                  <a:pt x="94268" y="35866"/>
                </a:cubicBezTo>
                <a:cubicBezTo>
                  <a:pt x="33463" y="-55341"/>
                  <a:pt x="6583" y="53825"/>
                  <a:pt x="0" y="73573"/>
                </a:cubicBezTo>
                <a:cubicBezTo>
                  <a:pt x="3142" y="95569"/>
                  <a:pt x="-2349" y="120719"/>
                  <a:pt x="9427" y="139561"/>
                </a:cubicBezTo>
                <a:cubicBezTo>
                  <a:pt x="25182" y="164770"/>
                  <a:pt x="59074" y="142829"/>
                  <a:pt x="75415" y="139561"/>
                </a:cubicBezTo>
                <a:cubicBezTo>
                  <a:pt x="81577" y="138329"/>
                  <a:pt x="62846" y="147417"/>
                  <a:pt x="65988" y="13013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任意多边形: 形状 65"/>
          <p:cNvSpPr/>
          <p:nvPr/>
        </p:nvSpPr>
        <p:spPr>
          <a:xfrm>
            <a:off x="8617556" y="2977692"/>
            <a:ext cx="182112" cy="97086"/>
          </a:xfrm>
          <a:custGeom>
            <a:avLst/>
            <a:gdLst>
              <a:gd name="connsiteX0" fmla="*/ 134978 w 182112"/>
              <a:gd name="connsiteY0" fmla="*/ 53559 h 97086"/>
              <a:gd name="connsiteX1" fmla="*/ 59563 w 182112"/>
              <a:gd name="connsiteY1" fmla="*/ 6425 h 97086"/>
              <a:gd name="connsiteX2" fmla="*/ 31283 w 182112"/>
              <a:gd name="connsiteY2" fmla="*/ 15852 h 97086"/>
              <a:gd name="connsiteX3" fmla="*/ 12429 w 182112"/>
              <a:gd name="connsiteY3" fmla="*/ 81840 h 97086"/>
              <a:gd name="connsiteX4" fmla="*/ 40709 w 182112"/>
              <a:gd name="connsiteY4" fmla="*/ 91267 h 97086"/>
              <a:gd name="connsiteX5" fmla="*/ 182112 w 182112"/>
              <a:gd name="connsiteY5" fmla="*/ 53559 h 97086"/>
              <a:gd name="connsiteX6" fmla="*/ 172685 w 182112"/>
              <a:gd name="connsiteY6" fmla="*/ 25279 h 97086"/>
              <a:gd name="connsiteX7" fmla="*/ 116124 w 182112"/>
              <a:gd name="connsiteY7" fmla="*/ 34706 h 97086"/>
              <a:gd name="connsiteX8" fmla="*/ 134978 w 182112"/>
              <a:gd name="connsiteY8" fmla="*/ 53559 h 9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112" h="97086">
                <a:moveTo>
                  <a:pt x="134978" y="53559"/>
                </a:moveTo>
                <a:cubicBezTo>
                  <a:pt x="125551" y="48845"/>
                  <a:pt x="114788" y="-21187"/>
                  <a:pt x="59563" y="6425"/>
                </a:cubicBezTo>
                <a:cubicBezTo>
                  <a:pt x="50675" y="10869"/>
                  <a:pt x="40710" y="12710"/>
                  <a:pt x="31283" y="15852"/>
                </a:cubicBezTo>
                <a:cubicBezTo>
                  <a:pt x="9763" y="37372"/>
                  <a:pt x="-15705" y="46673"/>
                  <a:pt x="12429" y="81840"/>
                </a:cubicBezTo>
                <a:cubicBezTo>
                  <a:pt x="18636" y="89599"/>
                  <a:pt x="31282" y="88125"/>
                  <a:pt x="40709" y="91267"/>
                </a:cubicBezTo>
                <a:cubicBezTo>
                  <a:pt x="78854" y="88542"/>
                  <a:pt x="182112" y="122011"/>
                  <a:pt x="182112" y="53559"/>
                </a:cubicBezTo>
                <a:cubicBezTo>
                  <a:pt x="182112" y="43622"/>
                  <a:pt x="175827" y="34706"/>
                  <a:pt x="172685" y="25279"/>
                </a:cubicBezTo>
                <a:cubicBezTo>
                  <a:pt x="153831" y="28421"/>
                  <a:pt x="131049" y="22766"/>
                  <a:pt x="116124" y="34706"/>
                </a:cubicBezTo>
                <a:cubicBezTo>
                  <a:pt x="108365" y="40913"/>
                  <a:pt x="144405" y="58273"/>
                  <a:pt x="134978" y="53559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任意多边形: 形状 66"/>
          <p:cNvSpPr/>
          <p:nvPr/>
        </p:nvSpPr>
        <p:spPr>
          <a:xfrm>
            <a:off x="8528140" y="4486653"/>
            <a:ext cx="111343" cy="152775"/>
          </a:xfrm>
          <a:custGeom>
            <a:avLst/>
            <a:gdLst>
              <a:gd name="connsiteX0" fmla="*/ 43314 w 111343"/>
              <a:gd name="connsiteY0" fmla="*/ 11373 h 152775"/>
              <a:gd name="connsiteX1" fmla="*/ 33887 w 111343"/>
              <a:gd name="connsiteY1" fmla="*/ 152775 h 152775"/>
              <a:gd name="connsiteX2" fmla="*/ 90448 w 111343"/>
              <a:gd name="connsiteY2" fmla="*/ 143349 h 152775"/>
              <a:gd name="connsiteX3" fmla="*/ 109301 w 111343"/>
              <a:gd name="connsiteY3" fmla="*/ 115068 h 152775"/>
              <a:gd name="connsiteX4" fmla="*/ 71594 w 111343"/>
              <a:gd name="connsiteY4" fmla="*/ 11373 h 152775"/>
              <a:gd name="connsiteX5" fmla="*/ 43314 w 111343"/>
              <a:gd name="connsiteY5" fmla="*/ 11373 h 152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343" h="152775">
                <a:moveTo>
                  <a:pt x="43314" y="11373"/>
                </a:moveTo>
                <a:cubicBezTo>
                  <a:pt x="37029" y="34940"/>
                  <a:pt x="-44626" y="152775"/>
                  <a:pt x="33887" y="152775"/>
                </a:cubicBezTo>
                <a:cubicBezTo>
                  <a:pt x="53001" y="152775"/>
                  <a:pt x="71594" y="146491"/>
                  <a:pt x="90448" y="143349"/>
                </a:cubicBezTo>
                <a:cubicBezTo>
                  <a:pt x="96732" y="133922"/>
                  <a:pt x="108360" y="126359"/>
                  <a:pt x="109301" y="115068"/>
                </a:cubicBezTo>
                <a:cubicBezTo>
                  <a:pt x="112490" y="76802"/>
                  <a:pt x="118029" y="22982"/>
                  <a:pt x="71594" y="11373"/>
                </a:cubicBezTo>
                <a:cubicBezTo>
                  <a:pt x="56352" y="7562"/>
                  <a:pt x="49599" y="-12194"/>
                  <a:pt x="43314" y="113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任意多边形: 形状 67"/>
          <p:cNvSpPr/>
          <p:nvPr/>
        </p:nvSpPr>
        <p:spPr>
          <a:xfrm>
            <a:off x="8563224" y="3429670"/>
            <a:ext cx="142432" cy="117097"/>
          </a:xfrm>
          <a:custGeom>
            <a:avLst/>
            <a:gdLst>
              <a:gd name="connsiteX0" fmla="*/ 103695 w 142432"/>
              <a:gd name="connsiteY0" fmla="*/ 2580 h 117097"/>
              <a:gd name="connsiteX1" fmla="*/ 141402 w 142432"/>
              <a:gd name="connsiteY1" fmla="*/ 68568 h 117097"/>
              <a:gd name="connsiteX2" fmla="*/ 131975 w 142432"/>
              <a:gd name="connsiteY2" fmla="*/ 96848 h 117097"/>
              <a:gd name="connsiteX3" fmla="*/ 94268 w 142432"/>
              <a:gd name="connsiteY3" fmla="*/ 87421 h 117097"/>
              <a:gd name="connsiteX4" fmla="*/ 47134 w 142432"/>
              <a:gd name="connsiteY4" fmla="*/ 96848 h 117097"/>
              <a:gd name="connsiteX5" fmla="*/ 18854 w 142432"/>
              <a:gd name="connsiteY5" fmla="*/ 115702 h 117097"/>
              <a:gd name="connsiteX6" fmla="*/ 0 w 142432"/>
              <a:gd name="connsiteY6" fmla="*/ 59141 h 117097"/>
              <a:gd name="connsiteX7" fmla="*/ 28280 w 142432"/>
              <a:gd name="connsiteY7" fmla="*/ 40287 h 117097"/>
              <a:gd name="connsiteX8" fmla="*/ 65988 w 142432"/>
              <a:gd name="connsiteY8" fmla="*/ 30860 h 117097"/>
              <a:gd name="connsiteX9" fmla="*/ 103695 w 142432"/>
              <a:gd name="connsiteY9" fmla="*/ 2580 h 117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2432" h="117097">
                <a:moveTo>
                  <a:pt x="103695" y="2580"/>
                </a:moveTo>
                <a:cubicBezTo>
                  <a:pt x="116264" y="8865"/>
                  <a:pt x="134122" y="44303"/>
                  <a:pt x="141402" y="68568"/>
                </a:cubicBezTo>
                <a:cubicBezTo>
                  <a:pt x="144257" y="78086"/>
                  <a:pt x="141201" y="93158"/>
                  <a:pt x="131975" y="96848"/>
                </a:cubicBezTo>
                <a:cubicBezTo>
                  <a:pt x="119946" y="101660"/>
                  <a:pt x="106837" y="90563"/>
                  <a:pt x="94268" y="87421"/>
                </a:cubicBezTo>
                <a:cubicBezTo>
                  <a:pt x="78557" y="90563"/>
                  <a:pt x="62136" y="91222"/>
                  <a:pt x="47134" y="96848"/>
                </a:cubicBezTo>
                <a:cubicBezTo>
                  <a:pt x="36526" y="100826"/>
                  <a:pt x="27701" y="122780"/>
                  <a:pt x="18854" y="115702"/>
                </a:cubicBezTo>
                <a:cubicBezTo>
                  <a:pt x="3335" y="103287"/>
                  <a:pt x="0" y="59141"/>
                  <a:pt x="0" y="59141"/>
                </a:cubicBezTo>
                <a:cubicBezTo>
                  <a:pt x="9427" y="52856"/>
                  <a:pt x="17867" y="44750"/>
                  <a:pt x="28280" y="40287"/>
                </a:cubicBezTo>
                <a:cubicBezTo>
                  <a:pt x="40189" y="35183"/>
                  <a:pt x="55208" y="38047"/>
                  <a:pt x="65988" y="30860"/>
                </a:cubicBezTo>
                <a:cubicBezTo>
                  <a:pt x="112330" y="-35"/>
                  <a:pt x="91126" y="-3705"/>
                  <a:pt x="103695" y="25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任意多边形: 形状 68"/>
          <p:cNvSpPr/>
          <p:nvPr/>
        </p:nvSpPr>
        <p:spPr>
          <a:xfrm>
            <a:off x="8454215" y="4144378"/>
            <a:ext cx="142199" cy="106638"/>
          </a:xfrm>
          <a:custGeom>
            <a:avLst/>
            <a:gdLst>
              <a:gd name="connsiteX0" fmla="*/ 75945 w 142199"/>
              <a:gd name="connsiteY0" fmla="*/ 12370 h 106638"/>
              <a:gd name="connsiteX1" fmla="*/ 141933 w 142199"/>
              <a:gd name="connsiteY1" fmla="*/ 68931 h 106638"/>
              <a:gd name="connsiteX2" fmla="*/ 132506 w 142199"/>
              <a:gd name="connsiteY2" fmla="*/ 106638 h 106638"/>
              <a:gd name="connsiteX3" fmla="*/ 75945 w 142199"/>
              <a:gd name="connsiteY3" fmla="*/ 97211 h 106638"/>
              <a:gd name="connsiteX4" fmla="*/ 47664 w 142199"/>
              <a:gd name="connsiteY4" fmla="*/ 87784 h 106638"/>
              <a:gd name="connsiteX5" fmla="*/ 9957 w 142199"/>
              <a:gd name="connsiteY5" fmla="*/ 78358 h 106638"/>
              <a:gd name="connsiteX6" fmla="*/ 9957 w 142199"/>
              <a:gd name="connsiteY6" fmla="*/ 21797 h 106638"/>
              <a:gd name="connsiteX7" fmla="*/ 38238 w 142199"/>
              <a:gd name="connsiteY7" fmla="*/ 12370 h 106638"/>
              <a:gd name="connsiteX8" fmla="*/ 75945 w 142199"/>
              <a:gd name="connsiteY8" fmla="*/ 12370 h 10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199" h="106638">
                <a:moveTo>
                  <a:pt x="75945" y="12370"/>
                </a:moveTo>
                <a:cubicBezTo>
                  <a:pt x="93227" y="21797"/>
                  <a:pt x="137852" y="40367"/>
                  <a:pt x="141933" y="68931"/>
                </a:cubicBezTo>
                <a:cubicBezTo>
                  <a:pt x="143765" y="81757"/>
                  <a:pt x="135648" y="94069"/>
                  <a:pt x="132506" y="106638"/>
                </a:cubicBezTo>
                <a:cubicBezTo>
                  <a:pt x="113652" y="103496"/>
                  <a:pt x="94604" y="101357"/>
                  <a:pt x="75945" y="97211"/>
                </a:cubicBezTo>
                <a:cubicBezTo>
                  <a:pt x="66245" y="95055"/>
                  <a:pt x="57219" y="90514"/>
                  <a:pt x="47664" y="87784"/>
                </a:cubicBezTo>
                <a:cubicBezTo>
                  <a:pt x="35207" y="84225"/>
                  <a:pt x="22526" y="81500"/>
                  <a:pt x="9957" y="78358"/>
                </a:cubicBezTo>
                <a:cubicBezTo>
                  <a:pt x="3672" y="59504"/>
                  <a:pt x="-8897" y="40650"/>
                  <a:pt x="9957" y="21797"/>
                </a:cubicBezTo>
                <a:cubicBezTo>
                  <a:pt x="16984" y="14771"/>
                  <a:pt x="28811" y="15512"/>
                  <a:pt x="38238" y="12370"/>
                </a:cubicBezTo>
                <a:cubicBezTo>
                  <a:pt x="71747" y="-9970"/>
                  <a:pt x="58663" y="2943"/>
                  <a:pt x="75945" y="1237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任意多边形: 形状 69"/>
          <p:cNvSpPr/>
          <p:nvPr/>
        </p:nvSpPr>
        <p:spPr>
          <a:xfrm>
            <a:off x="8259784" y="3846281"/>
            <a:ext cx="104990" cy="125961"/>
          </a:xfrm>
          <a:custGeom>
            <a:avLst/>
            <a:gdLst>
              <a:gd name="connsiteX0" fmla="*/ 103718 w 104990"/>
              <a:gd name="connsiteY0" fmla="*/ 59973 h 125961"/>
              <a:gd name="connsiteX1" fmla="*/ 94291 w 104990"/>
              <a:gd name="connsiteY1" fmla="*/ 3412 h 125961"/>
              <a:gd name="connsiteX2" fmla="*/ 56584 w 104990"/>
              <a:gd name="connsiteY2" fmla="*/ 12839 h 125961"/>
              <a:gd name="connsiteX3" fmla="*/ 37730 w 104990"/>
              <a:gd name="connsiteY3" fmla="*/ 41119 h 125961"/>
              <a:gd name="connsiteX4" fmla="*/ 9450 w 104990"/>
              <a:gd name="connsiteY4" fmla="*/ 59973 h 125961"/>
              <a:gd name="connsiteX5" fmla="*/ 28303 w 104990"/>
              <a:gd name="connsiteY5" fmla="*/ 107107 h 125961"/>
              <a:gd name="connsiteX6" fmla="*/ 84864 w 104990"/>
              <a:gd name="connsiteY6" fmla="*/ 125961 h 125961"/>
              <a:gd name="connsiteX7" fmla="*/ 103718 w 104990"/>
              <a:gd name="connsiteY7" fmla="*/ 59973 h 12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4990" h="125961">
                <a:moveTo>
                  <a:pt x="103718" y="59973"/>
                </a:moveTo>
                <a:cubicBezTo>
                  <a:pt x="105289" y="39548"/>
                  <a:pt x="107806" y="16927"/>
                  <a:pt x="94291" y="3412"/>
                </a:cubicBezTo>
                <a:cubicBezTo>
                  <a:pt x="85130" y="-5749"/>
                  <a:pt x="67364" y="5652"/>
                  <a:pt x="56584" y="12839"/>
                </a:cubicBezTo>
                <a:cubicBezTo>
                  <a:pt x="47157" y="19123"/>
                  <a:pt x="45741" y="33108"/>
                  <a:pt x="37730" y="41119"/>
                </a:cubicBezTo>
                <a:cubicBezTo>
                  <a:pt x="29719" y="49130"/>
                  <a:pt x="18877" y="53688"/>
                  <a:pt x="9450" y="59973"/>
                </a:cubicBezTo>
                <a:cubicBezTo>
                  <a:pt x="-1492" y="92797"/>
                  <a:pt x="-10603" y="89815"/>
                  <a:pt x="28303" y="107107"/>
                </a:cubicBezTo>
                <a:cubicBezTo>
                  <a:pt x="46464" y="115179"/>
                  <a:pt x="84864" y="125961"/>
                  <a:pt x="84864" y="125961"/>
                </a:cubicBezTo>
                <a:cubicBezTo>
                  <a:pt x="108947" y="89837"/>
                  <a:pt x="102147" y="80398"/>
                  <a:pt x="103718" y="599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任意多边形: 形状 70"/>
          <p:cNvSpPr/>
          <p:nvPr/>
        </p:nvSpPr>
        <p:spPr>
          <a:xfrm>
            <a:off x="9905577" y="3364780"/>
            <a:ext cx="131975" cy="128439"/>
          </a:xfrm>
          <a:custGeom>
            <a:avLst/>
            <a:gdLst>
              <a:gd name="connsiteX0" fmla="*/ 103695 w 131975"/>
              <a:gd name="connsiteY0" fmla="*/ 40251 h 128439"/>
              <a:gd name="connsiteX1" fmla="*/ 131975 w 131975"/>
              <a:gd name="connsiteY1" fmla="*/ 125092 h 128439"/>
              <a:gd name="connsiteX2" fmla="*/ 103695 w 131975"/>
              <a:gd name="connsiteY2" fmla="*/ 115665 h 128439"/>
              <a:gd name="connsiteX3" fmla="*/ 75414 w 131975"/>
              <a:gd name="connsiteY3" fmla="*/ 96812 h 128439"/>
              <a:gd name="connsiteX4" fmla="*/ 0 w 131975"/>
              <a:gd name="connsiteY4" fmla="*/ 77958 h 128439"/>
              <a:gd name="connsiteX5" fmla="*/ 9427 w 131975"/>
              <a:gd name="connsiteY5" fmla="*/ 2544 h 128439"/>
              <a:gd name="connsiteX6" fmla="*/ 37707 w 131975"/>
              <a:gd name="connsiteY6" fmla="*/ 11971 h 128439"/>
              <a:gd name="connsiteX7" fmla="*/ 103695 w 131975"/>
              <a:gd name="connsiteY7" fmla="*/ 40251 h 128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975" h="128439">
                <a:moveTo>
                  <a:pt x="103695" y="40251"/>
                </a:moveTo>
                <a:cubicBezTo>
                  <a:pt x="119406" y="59104"/>
                  <a:pt x="131975" y="95282"/>
                  <a:pt x="131975" y="125092"/>
                </a:cubicBezTo>
                <a:cubicBezTo>
                  <a:pt x="131975" y="135029"/>
                  <a:pt x="112583" y="120109"/>
                  <a:pt x="103695" y="115665"/>
                </a:cubicBezTo>
                <a:cubicBezTo>
                  <a:pt x="93561" y="110598"/>
                  <a:pt x="85548" y="101879"/>
                  <a:pt x="75414" y="96812"/>
                </a:cubicBezTo>
                <a:cubicBezTo>
                  <a:pt x="56088" y="87149"/>
                  <a:pt x="17930" y="81544"/>
                  <a:pt x="0" y="77958"/>
                </a:cubicBezTo>
                <a:cubicBezTo>
                  <a:pt x="3142" y="52820"/>
                  <a:pt x="-3142" y="24540"/>
                  <a:pt x="9427" y="2544"/>
                </a:cubicBezTo>
                <a:cubicBezTo>
                  <a:pt x="14357" y="-6083"/>
                  <a:pt x="28007" y="9816"/>
                  <a:pt x="37707" y="11971"/>
                </a:cubicBezTo>
                <a:cubicBezTo>
                  <a:pt x="107701" y="27525"/>
                  <a:pt x="87984" y="21398"/>
                  <a:pt x="103695" y="4025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任意多边形: 形状 71"/>
          <p:cNvSpPr/>
          <p:nvPr/>
        </p:nvSpPr>
        <p:spPr>
          <a:xfrm rot="17062814">
            <a:off x="8672455" y="4468161"/>
            <a:ext cx="144217" cy="79732"/>
          </a:xfrm>
          <a:custGeom>
            <a:avLst/>
            <a:gdLst>
              <a:gd name="connsiteX0" fmla="*/ 134819 w 144217"/>
              <a:gd name="connsiteY0" fmla="*/ 4317 h 79732"/>
              <a:gd name="connsiteX1" fmla="*/ 2844 w 144217"/>
              <a:gd name="connsiteY1" fmla="*/ 60878 h 79732"/>
              <a:gd name="connsiteX2" fmla="*/ 31124 w 144217"/>
              <a:gd name="connsiteY2" fmla="*/ 79732 h 79732"/>
              <a:gd name="connsiteX3" fmla="*/ 59405 w 144217"/>
              <a:gd name="connsiteY3" fmla="*/ 70305 h 79732"/>
              <a:gd name="connsiteX4" fmla="*/ 125392 w 144217"/>
              <a:gd name="connsiteY4" fmla="*/ 60878 h 79732"/>
              <a:gd name="connsiteX5" fmla="*/ 134819 w 144217"/>
              <a:gd name="connsiteY5" fmla="*/ 4317 h 7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217" h="79732">
                <a:moveTo>
                  <a:pt x="134819" y="4317"/>
                </a:moveTo>
                <a:cubicBezTo>
                  <a:pt x="114394" y="4317"/>
                  <a:pt x="-21188" y="-23238"/>
                  <a:pt x="2844" y="60878"/>
                </a:cubicBezTo>
                <a:cubicBezTo>
                  <a:pt x="5956" y="71772"/>
                  <a:pt x="21697" y="73447"/>
                  <a:pt x="31124" y="79732"/>
                </a:cubicBezTo>
                <a:cubicBezTo>
                  <a:pt x="40551" y="76590"/>
                  <a:pt x="49661" y="72254"/>
                  <a:pt x="59405" y="70305"/>
                </a:cubicBezTo>
                <a:cubicBezTo>
                  <a:pt x="81192" y="65947"/>
                  <a:pt x="110932" y="77748"/>
                  <a:pt x="125392" y="60878"/>
                </a:cubicBezTo>
                <a:cubicBezTo>
                  <a:pt x="137831" y="46366"/>
                  <a:pt x="155244" y="4317"/>
                  <a:pt x="134819" y="431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: 形状 72"/>
          <p:cNvSpPr/>
          <p:nvPr/>
        </p:nvSpPr>
        <p:spPr>
          <a:xfrm>
            <a:off x="7673025" y="4387570"/>
            <a:ext cx="118463" cy="102094"/>
          </a:xfrm>
          <a:custGeom>
            <a:avLst/>
            <a:gdLst>
              <a:gd name="connsiteX0" fmla="*/ 4637 w 118463"/>
              <a:gd name="connsiteY0" fmla="*/ 380 h 102094"/>
              <a:gd name="connsiteX1" fmla="*/ 117758 w 118463"/>
              <a:gd name="connsiteY1" fmla="*/ 85221 h 102094"/>
              <a:gd name="connsiteX2" fmla="*/ 32917 w 118463"/>
              <a:gd name="connsiteY2" fmla="*/ 94648 h 102094"/>
              <a:gd name="connsiteX3" fmla="*/ 14063 w 118463"/>
              <a:gd name="connsiteY3" fmla="*/ 66367 h 102094"/>
              <a:gd name="connsiteX4" fmla="*/ 4637 w 118463"/>
              <a:gd name="connsiteY4" fmla="*/ 380 h 102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463" h="102094">
                <a:moveTo>
                  <a:pt x="4637" y="380"/>
                </a:moveTo>
                <a:cubicBezTo>
                  <a:pt x="21920" y="3522"/>
                  <a:pt x="104214" y="40075"/>
                  <a:pt x="117758" y="85221"/>
                </a:cubicBezTo>
                <a:cubicBezTo>
                  <a:pt x="125934" y="112475"/>
                  <a:pt x="60912" y="99738"/>
                  <a:pt x="32917" y="94648"/>
                </a:cubicBezTo>
                <a:cubicBezTo>
                  <a:pt x="21770" y="92621"/>
                  <a:pt x="20348" y="75794"/>
                  <a:pt x="14063" y="66367"/>
                </a:cubicBezTo>
                <a:cubicBezTo>
                  <a:pt x="24723" y="13070"/>
                  <a:pt x="-12646" y="-2762"/>
                  <a:pt x="4637" y="3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/>
          <p:cNvSpPr/>
          <p:nvPr/>
        </p:nvSpPr>
        <p:spPr>
          <a:xfrm>
            <a:off x="8481055" y="5120128"/>
            <a:ext cx="115359" cy="75414"/>
          </a:xfrm>
          <a:custGeom>
            <a:avLst/>
            <a:gdLst>
              <a:gd name="connsiteX0" fmla="*/ 115359 w 115359"/>
              <a:gd name="connsiteY0" fmla="*/ 75414 h 75414"/>
              <a:gd name="connsiteX1" fmla="*/ 68225 w 115359"/>
              <a:gd name="connsiteY1" fmla="*/ 56561 h 75414"/>
              <a:gd name="connsiteX2" fmla="*/ 2238 w 115359"/>
              <a:gd name="connsiteY2" fmla="*/ 47134 h 75414"/>
              <a:gd name="connsiteX3" fmla="*/ 21091 w 115359"/>
              <a:gd name="connsiteY3" fmla="*/ 18854 h 75414"/>
              <a:gd name="connsiteX4" fmla="*/ 49372 w 115359"/>
              <a:gd name="connsiteY4" fmla="*/ 0 h 75414"/>
              <a:gd name="connsiteX5" fmla="*/ 96506 w 115359"/>
              <a:gd name="connsiteY5" fmla="*/ 9427 h 75414"/>
              <a:gd name="connsiteX6" fmla="*/ 105933 w 115359"/>
              <a:gd name="connsiteY6" fmla="*/ 37707 h 75414"/>
              <a:gd name="connsiteX7" fmla="*/ 115359 w 115359"/>
              <a:gd name="connsiteY7" fmla="*/ 75414 h 75414"/>
              <a:gd name="connsiteX8" fmla="*/ 115359 w 115359"/>
              <a:gd name="connsiteY8" fmla="*/ 75414 h 75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359" h="75414">
                <a:moveTo>
                  <a:pt x="115359" y="75414"/>
                </a:moveTo>
                <a:cubicBezTo>
                  <a:pt x="107503" y="72272"/>
                  <a:pt x="84641" y="60665"/>
                  <a:pt x="68225" y="56561"/>
                </a:cubicBezTo>
                <a:cubicBezTo>
                  <a:pt x="46669" y="51172"/>
                  <a:pt x="19588" y="61014"/>
                  <a:pt x="2238" y="47134"/>
                </a:cubicBezTo>
                <a:cubicBezTo>
                  <a:pt x="-6609" y="40057"/>
                  <a:pt x="13080" y="26865"/>
                  <a:pt x="21091" y="18854"/>
                </a:cubicBezTo>
                <a:cubicBezTo>
                  <a:pt x="29102" y="10843"/>
                  <a:pt x="39945" y="6285"/>
                  <a:pt x="49372" y="0"/>
                </a:cubicBezTo>
                <a:cubicBezTo>
                  <a:pt x="65083" y="3142"/>
                  <a:pt x="83174" y="539"/>
                  <a:pt x="96506" y="9427"/>
                </a:cubicBezTo>
                <a:cubicBezTo>
                  <a:pt x="104774" y="14939"/>
                  <a:pt x="103203" y="28153"/>
                  <a:pt x="105933" y="37707"/>
                </a:cubicBezTo>
                <a:cubicBezTo>
                  <a:pt x="109492" y="50164"/>
                  <a:pt x="109565" y="63826"/>
                  <a:pt x="115359" y="75414"/>
                </a:cubicBezTo>
                <a:lnTo>
                  <a:pt x="115359" y="75414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: 形状 74"/>
          <p:cNvSpPr/>
          <p:nvPr/>
        </p:nvSpPr>
        <p:spPr>
          <a:xfrm>
            <a:off x="6942979" y="4310567"/>
            <a:ext cx="110309" cy="113659"/>
          </a:xfrm>
          <a:custGeom>
            <a:avLst/>
            <a:gdLst>
              <a:gd name="connsiteX0" fmla="*/ 103698 w 110309"/>
              <a:gd name="connsiteY0" fmla="*/ 19391 h 113659"/>
              <a:gd name="connsiteX1" fmla="*/ 9430 w 110309"/>
              <a:gd name="connsiteY1" fmla="*/ 538 h 113659"/>
              <a:gd name="connsiteX2" fmla="*/ 3 w 110309"/>
              <a:gd name="connsiteY2" fmla="*/ 28818 h 113659"/>
              <a:gd name="connsiteX3" fmla="*/ 9430 w 110309"/>
              <a:gd name="connsiteY3" fmla="*/ 75952 h 113659"/>
              <a:gd name="connsiteX4" fmla="*/ 65991 w 110309"/>
              <a:gd name="connsiteY4" fmla="*/ 113659 h 113659"/>
              <a:gd name="connsiteX5" fmla="*/ 103698 w 110309"/>
              <a:gd name="connsiteY5" fmla="*/ 75952 h 113659"/>
              <a:gd name="connsiteX6" fmla="*/ 103698 w 110309"/>
              <a:gd name="connsiteY6" fmla="*/ 19391 h 11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309" h="113659">
                <a:moveTo>
                  <a:pt x="103698" y="19391"/>
                </a:moveTo>
                <a:cubicBezTo>
                  <a:pt x="87987" y="6822"/>
                  <a:pt x="41343" y="-2363"/>
                  <a:pt x="9430" y="538"/>
                </a:cubicBezTo>
                <a:cubicBezTo>
                  <a:pt x="-466" y="1438"/>
                  <a:pt x="3" y="18881"/>
                  <a:pt x="3" y="28818"/>
                </a:cubicBezTo>
                <a:cubicBezTo>
                  <a:pt x="3" y="44840"/>
                  <a:pt x="-407" y="63305"/>
                  <a:pt x="9430" y="75952"/>
                </a:cubicBezTo>
                <a:cubicBezTo>
                  <a:pt x="23341" y="93838"/>
                  <a:pt x="65991" y="113659"/>
                  <a:pt x="65991" y="113659"/>
                </a:cubicBezTo>
                <a:cubicBezTo>
                  <a:pt x="84845" y="107375"/>
                  <a:pt x="109983" y="107375"/>
                  <a:pt x="103698" y="75952"/>
                </a:cubicBezTo>
                <a:cubicBezTo>
                  <a:pt x="101955" y="67237"/>
                  <a:pt x="119409" y="31960"/>
                  <a:pt x="103698" y="1939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任意多边形: 形状 75"/>
          <p:cNvSpPr/>
          <p:nvPr/>
        </p:nvSpPr>
        <p:spPr>
          <a:xfrm rot="17062814">
            <a:off x="7498799" y="4874420"/>
            <a:ext cx="110034" cy="90251"/>
          </a:xfrm>
          <a:custGeom>
            <a:avLst/>
            <a:gdLst>
              <a:gd name="connsiteX0" fmla="*/ 101929 w 110034"/>
              <a:gd name="connsiteY0" fmla="*/ 5700 h 90251"/>
              <a:gd name="connsiteX1" fmla="*/ 92502 w 110034"/>
              <a:gd name="connsiteY1" fmla="*/ 81114 h 90251"/>
              <a:gd name="connsiteX2" fmla="*/ 7661 w 110034"/>
              <a:gd name="connsiteY2" fmla="*/ 71688 h 90251"/>
              <a:gd name="connsiteX3" fmla="*/ 17088 w 110034"/>
              <a:gd name="connsiteY3" fmla="*/ 15127 h 90251"/>
              <a:gd name="connsiteX4" fmla="*/ 101929 w 110034"/>
              <a:gd name="connsiteY4" fmla="*/ 5700 h 90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034" h="90251">
                <a:moveTo>
                  <a:pt x="101929" y="5700"/>
                </a:moveTo>
                <a:cubicBezTo>
                  <a:pt x="114498" y="16698"/>
                  <a:pt x="113256" y="66586"/>
                  <a:pt x="92502" y="81114"/>
                </a:cubicBezTo>
                <a:cubicBezTo>
                  <a:pt x="69191" y="97432"/>
                  <a:pt x="29075" y="90425"/>
                  <a:pt x="7661" y="71688"/>
                </a:cubicBezTo>
                <a:cubicBezTo>
                  <a:pt x="-6724" y="59102"/>
                  <a:pt x="698" y="24961"/>
                  <a:pt x="17088" y="15127"/>
                </a:cubicBezTo>
                <a:cubicBezTo>
                  <a:pt x="41338" y="577"/>
                  <a:pt x="89360" y="-5298"/>
                  <a:pt x="101929" y="570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: 形状 76"/>
          <p:cNvSpPr/>
          <p:nvPr/>
        </p:nvSpPr>
        <p:spPr>
          <a:xfrm>
            <a:off x="7384437" y="4244463"/>
            <a:ext cx="159730" cy="98701"/>
          </a:xfrm>
          <a:custGeom>
            <a:avLst/>
            <a:gdLst>
              <a:gd name="connsiteX0" fmla="*/ 150828 w 159730"/>
              <a:gd name="connsiteY0" fmla="*/ 70421 h 98701"/>
              <a:gd name="connsiteX1" fmla="*/ 0 w 159730"/>
              <a:gd name="connsiteY1" fmla="*/ 32714 h 98701"/>
              <a:gd name="connsiteX2" fmla="*/ 9426 w 159730"/>
              <a:gd name="connsiteY2" fmla="*/ 60994 h 98701"/>
              <a:gd name="connsiteX3" fmla="*/ 37707 w 159730"/>
              <a:gd name="connsiteY3" fmla="*/ 51567 h 98701"/>
              <a:gd name="connsiteX4" fmla="*/ 75414 w 159730"/>
              <a:gd name="connsiteY4" fmla="*/ 89275 h 98701"/>
              <a:gd name="connsiteX5" fmla="*/ 103694 w 159730"/>
              <a:gd name="connsiteY5" fmla="*/ 98701 h 98701"/>
              <a:gd name="connsiteX6" fmla="*/ 131975 w 159730"/>
              <a:gd name="connsiteY6" fmla="*/ 89275 h 98701"/>
              <a:gd name="connsiteX7" fmla="*/ 141402 w 159730"/>
              <a:gd name="connsiteY7" fmla="*/ 60994 h 98701"/>
              <a:gd name="connsiteX8" fmla="*/ 150828 w 159730"/>
              <a:gd name="connsiteY8" fmla="*/ 70421 h 98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730" h="98701">
                <a:moveTo>
                  <a:pt x="150828" y="70421"/>
                </a:moveTo>
                <a:cubicBezTo>
                  <a:pt x="127261" y="65708"/>
                  <a:pt x="0" y="-56986"/>
                  <a:pt x="0" y="32714"/>
                </a:cubicBezTo>
                <a:cubicBezTo>
                  <a:pt x="0" y="42651"/>
                  <a:pt x="6284" y="51567"/>
                  <a:pt x="9426" y="60994"/>
                </a:cubicBezTo>
                <a:cubicBezTo>
                  <a:pt x="18853" y="57852"/>
                  <a:pt x="27770" y="51567"/>
                  <a:pt x="37707" y="51567"/>
                </a:cubicBezTo>
                <a:cubicBezTo>
                  <a:pt x="87982" y="51567"/>
                  <a:pt x="50276" y="64137"/>
                  <a:pt x="75414" y="89275"/>
                </a:cubicBezTo>
                <a:cubicBezTo>
                  <a:pt x="82440" y="96301"/>
                  <a:pt x="94267" y="95559"/>
                  <a:pt x="103694" y="98701"/>
                </a:cubicBezTo>
                <a:cubicBezTo>
                  <a:pt x="113121" y="95559"/>
                  <a:pt x="124949" y="96301"/>
                  <a:pt x="131975" y="89275"/>
                </a:cubicBezTo>
                <a:cubicBezTo>
                  <a:pt x="139002" y="82249"/>
                  <a:pt x="137712" y="70220"/>
                  <a:pt x="141402" y="60994"/>
                </a:cubicBezTo>
                <a:cubicBezTo>
                  <a:pt x="144011" y="54470"/>
                  <a:pt x="174395" y="75134"/>
                  <a:pt x="150828" y="7042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任意多边形: 形状 77"/>
          <p:cNvSpPr/>
          <p:nvPr/>
        </p:nvSpPr>
        <p:spPr>
          <a:xfrm>
            <a:off x="9994175" y="2942591"/>
            <a:ext cx="88042" cy="126071"/>
          </a:xfrm>
          <a:custGeom>
            <a:avLst/>
            <a:gdLst>
              <a:gd name="connsiteX0" fmla="*/ 75414 w 88042"/>
              <a:gd name="connsiteY0" fmla="*/ 3523 h 126071"/>
              <a:gd name="connsiteX1" fmla="*/ 84841 w 88042"/>
              <a:gd name="connsiteY1" fmla="*/ 88364 h 126071"/>
              <a:gd name="connsiteX2" fmla="*/ 56561 w 88042"/>
              <a:gd name="connsiteY2" fmla="*/ 97791 h 126071"/>
              <a:gd name="connsiteX3" fmla="*/ 47134 w 88042"/>
              <a:gd name="connsiteY3" fmla="*/ 126071 h 126071"/>
              <a:gd name="connsiteX4" fmla="*/ 0 w 88042"/>
              <a:gd name="connsiteY4" fmla="*/ 41230 h 126071"/>
              <a:gd name="connsiteX5" fmla="*/ 75414 w 88042"/>
              <a:gd name="connsiteY5" fmla="*/ 3523 h 12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042" h="126071">
                <a:moveTo>
                  <a:pt x="75414" y="3523"/>
                </a:moveTo>
                <a:cubicBezTo>
                  <a:pt x="89554" y="11379"/>
                  <a:pt x="90421" y="60462"/>
                  <a:pt x="84841" y="88364"/>
                </a:cubicBezTo>
                <a:cubicBezTo>
                  <a:pt x="82892" y="98108"/>
                  <a:pt x="63587" y="90765"/>
                  <a:pt x="56561" y="97791"/>
                </a:cubicBezTo>
                <a:cubicBezTo>
                  <a:pt x="49535" y="104817"/>
                  <a:pt x="50276" y="116644"/>
                  <a:pt x="47134" y="126071"/>
                </a:cubicBezTo>
                <a:cubicBezTo>
                  <a:pt x="3915" y="61243"/>
                  <a:pt x="16592" y="91007"/>
                  <a:pt x="0" y="41230"/>
                </a:cubicBezTo>
                <a:cubicBezTo>
                  <a:pt x="14396" y="-1955"/>
                  <a:pt x="61274" y="-4333"/>
                  <a:pt x="75414" y="352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任意多边形: 形状 78"/>
          <p:cNvSpPr/>
          <p:nvPr/>
        </p:nvSpPr>
        <p:spPr>
          <a:xfrm>
            <a:off x="9103606" y="4820918"/>
            <a:ext cx="123854" cy="98627"/>
          </a:xfrm>
          <a:custGeom>
            <a:avLst/>
            <a:gdLst>
              <a:gd name="connsiteX0" fmla="*/ 57119 w 123854"/>
              <a:gd name="connsiteY0" fmla="*/ 37707 h 98627"/>
              <a:gd name="connsiteX1" fmla="*/ 47692 w 123854"/>
              <a:gd name="connsiteY1" fmla="*/ 94268 h 98627"/>
              <a:gd name="connsiteX2" fmla="*/ 9985 w 123854"/>
              <a:gd name="connsiteY2" fmla="*/ 84841 h 98627"/>
              <a:gd name="connsiteX3" fmla="*/ 47692 w 123854"/>
              <a:gd name="connsiteY3" fmla="*/ 0 h 98627"/>
              <a:gd name="connsiteX4" fmla="*/ 123106 w 123854"/>
              <a:gd name="connsiteY4" fmla="*/ 37707 h 98627"/>
              <a:gd name="connsiteX5" fmla="*/ 94826 w 123854"/>
              <a:gd name="connsiteY5" fmla="*/ 47134 h 98627"/>
              <a:gd name="connsiteX6" fmla="*/ 47692 w 123854"/>
              <a:gd name="connsiteY6" fmla="*/ 37707 h 98627"/>
              <a:gd name="connsiteX7" fmla="*/ 19411 w 123854"/>
              <a:gd name="connsiteY7" fmla="*/ 28280 h 98627"/>
              <a:gd name="connsiteX8" fmla="*/ 57119 w 123854"/>
              <a:gd name="connsiteY8" fmla="*/ 37707 h 9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854" h="98627">
                <a:moveTo>
                  <a:pt x="57119" y="37707"/>
                </a:moveTo>
                <a:cubicBezTo>
                  <a:pt x="61833" y="48705"/>
                  <a:pt x="61207" y="80753"/>
                  <a:pt x="47692" y="94268"/>
                </a:cubicBezTo>
                <a:cubicBezTo>
                  <a:pt x="38531" y="103429"/>
                  <a:pt x="14082" y="97132"/>
                  <a:pt x="9985" y="84841"/>
                </a:cubicBezTo>
                <a:cubicBezTo>
                  <a:pt x="-14532" y="11292"/>
                  <a:pt x="9175" y="12839"/>
                  <a:pt x="47692" y="0"/>
                </a:cubicBezTo>
                <a:cubicBezTo>
                  <a:pt x="49832" y="357"/>
                  <a:pt x="132532" y="4"/>
                  <a:pt x="123106" y="37707"/>
                </a:cubicBezTo>
                <a:cubicBezTo>
                  <a:pt x="120696" y="47347"/>
                  <a:pt x="104253" y="43992"/>
                  <a:pt x="94826" y="47134"/>
                </a:cubicBezTo>
                <a:cubicBezTo>
                  <a:pt x="79115" y="43992"/>
                  <a:pt x="63236" y="41593"/>
                  <a:pt x="47692" y="37707"/>
                </a:cubicBezTo>
                <a:cubicBezTo>
                  <a:pt x="38052" y="35297"/>
                  <a:pt x="11143" y="33792"/>
                  <a:pt x="19411" y="28280"/>
                </a:cubicBezTo>
                <a:cubicBezTo>
                  <a:pt x="35315" y="17678"/>
                  <a:pt x="52405" y="26709"/>
                  <a:pt x="57119" y="3770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任意多边形: 形状 79"/>
          <p:cNvSpPr/>
          <p:nvPr/>
        </p:nvSpPr>
        <p:spPr>
          <a:xfrm rot="17062814">
            <a:off x="7219812" y="5011636"/>
            <a:ext cx="109886" cy="99319"/>
          </a:xfrm>
          <a:custGeom>
            <a:avLst/>
            <a:gdLst>
              <a:gd name="connsiteX0" fmla="*/ 33729 w 109886"/>
              <a:gd name="connsiteY0" fmla="*/ 94604 h 99319"/>
              <a:gd name="connsiteX1" fmla="*/ 109143 w 109886"/>
              <a:gd name="connsiteY1" fmla="*/ 19190 h 99319"/>
              <a:gd name="connsiteX2" fmla="*/ 80863 w 109886"/>
              <a:gd name="connsiteY2" fmla="*/ 336 h 99319"/>
              <a:gd name="connsiteX3" fmla="*/ 24302 w 109886"/>
              <a:gd name="connsiteY3" fmla="*/ 9763 h 99319"/>
              <a:gd name="connsiteX4" fmla="*/ 14875 w 109886"/>
              <a:gd name="connsiteY4" fmla="*/ 85177 h 99319"/>
              <a:gd name="connsiteX5" fmla="*/ 33729 w 109886"/>
              <a:gd name="connsiteY5" fmla="*/ 94604 h 99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886" h="99319">
                <a:moveTo>
                  <a:pt x="33729" y="94604"/>
                </a:moveTo>
                <a:cubicBezTo>
                  <a:pt x="49440" y="83606"/>
                  <a:pt x="93244" y="50987"/>
                  <a:pt x="109143" y="19190"/>
                </a:cubicBezTo>
                <a:cubicBezTo>
                  <a:pt x="114210" y="9057"/>
                  <a:pt x="92123" y="1587"/>
                  <a:pt x="80863" y="336"/>
                </a:cubicBezTo>
                <a:cubicBezTo>
                  <a:pt x="61866" y="-1775"/>
                  <a:pt x="43156" y="6621"/>
                  <a:pt x="24302" y="9763"/>
                </a:cubicBezTo>
                <a:cubicBezTo>
                  <a:pt x="11269" y="29312"/>
                  <a:pt x="-17576" y="58135"/>
                  <a:pt x="14875" y="85177"/>
                </a:cubicBezTo>
                <a:cubicBezTo>
                  <a:pt x="26945" y="95235"/>
                  <a:pt x="18018" y="105602"/>
                  <a:pt x="33729" y="9460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任意多边形: 形状 81"/>
          <p:cNvSpPr/>
          <p:nvPr/>
        </p:nvSpPr>
        <p:spPr>
          <a:xfrm>
            <a:off x="7830524" y="3697931"/>
            <a:ext cx="182112" cy="97086"/>
          </a:xfrm>
          <a:custGeom>
            <a:avLst/>
            <a:gdLst>
              <a:gd name="connsiteX0" fmla="*/ 134978 w 182112"/>
              <a:gd name="connsiteY0" fmla="*/ 53559 h 97086"/>
              <a:gd name="connsiteX1" fmla="*/ 59563 w 182112"/>
              <a:gd name="connsiteY1" fmla="*/ 6425 h 97086"/>
              <a:gd name="connsiteX2" fmla="*/ 31283 w 182112"/>
              <a:gd name="connsiteY2" fmla="*/ 15852 h 97086"/>
              <a:gd name="connsiteX3" fmla="*/ 12429 w 182112"/>
              <a:gd name="connsiteY3" fmla="*/ 81840 h 97086"/>
              <a:gd name="connsiteX4" fmla="*/ 40709 w 182112"/>
              <a:gd name="connsiteY4" fmla="*/ 91267 h 97086"/>
              <a:gd name="connsiteX5" fmla="*/ 182112 w 182112"/>
              <a:gd name="connsiteY5" fmla="*/ 53559 h 97086"/>
              <a:gd name="connsiteX6" fmla="*/ 172685 w 182112"/>
              <a:gd name="connsiteY6" fmla="*/ 25279 h 97086"/>
              <a:gd name="connsiteX7" fmla="*/ 116124 w 182112"/>
              <a:gd name="connsiteY7" fmla="*/ 34706 h 97086"/>
              <a:gd name="connsiteX8" fmla="*/ 134978 w 182112"/>
              <a:gd name="connsiteY8" fmla="*/ 53559 h 9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112" h="97086">
                <a:moveTo>
                  <a:pt x="134978" y="53559"/>
                </a:moveTo>
                <a:cubicBezTo>
                  <a:pt x="125551" y="48845"/>
                  <a:pt x="114788" y="-21187"/>
                  <a:pt x="59563" y="6425"/>
                </a:cubicBezTo>
                <a:cubicBezTo>
                  <a:pt x="50675" y="10869"/>
                  <a:pt x="40710" y="12710"/>
                  <a:pt x="31283" y="15852"/>
                </a:cubicBezTo>
                <a:cubicBezTo>
                  <a:pt x="9763" y="37372"/>
                  <a:pt x="-15705" y="46673"/>
                  <a:pt x="12429" y="81840"/>
                </a:cubicBezTo>
                <a:cubicBezTo>
                  <a:pt x="18636" y="89599"/>
                  <a:pt x="31282" y="88125"/>
                  <a:pt x="40709" y="91267"/>
                </a:cubicBezTo>
                <a:cubicBezTo>
                  <a:pt x="78854" y="88542"/>
                  <a:pt x="182112" y="122011"/>
                  <a:pt x="182112" y="53559"/>
                </a:cubicBezTo>
                <a:cubicBezTo>
                  <a:pt x="182112" y="43622"/>
                  <a:pt x="175827" y="34706"/>
                  <a:pt x="172685" y="25279"/>
                </a:cubicBezTo>
                <a:cubicBezTo>
                  <a:pt x="153831" y="28421"/>
                  <a:pt x="131049" y="22766"/>
                  <a:pt x="116124" y="34706"/>
                </a:cubicBezTo>
                <a:cubicBezTo>
                  <a:pt x="108365" y="40913"/>
                  <a:pt x="144405" y="58273"/>
                  <a:pt x="134978" y="53559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任意多边形: 形状 82"/>
          <p:cNvSpPr/>
          <p:nvPr/>
        </p:nvSpPr>
        <p:spPr>
          <a:xfrm>
            <a:off x="6812996" y="4576943"/>
            <a:ext cx="111343" cy="152775"/>
          </a:xfrm>
          <a:custGeom>
            <a:avLst/>
            <a:gdLst>
              <a:gd name="connsiteX0" fmla="*/ 43314 w 111343"/>
              <a:gd name="connsiteY0" fmla="*/ 11373 h 152775"/>
              <a:gd name="connsiteX1" fmla="*/ 33887 w 111343"/>
              <a:gd name="connsiteY1" fmla="*/ 152775 h 152775"/>
              <a:gd name="connsiteX2" fmla="*/ 90448 w 111343"/>
              <a:gd name="connsiteY2" fmla="*/ 143349 h 152775"/>
              <a:gd name="connsiteX3" fmla="*/ 109301 w 111343"/>
              <a:gd name="connsiteY3" fmla="*/ 115068 h 152775"/>
              <a:gd name="connsiteX4" fmla="*/ 71594 w 111343"/>
              <a:gd name="connsiteY4" fmla="*/ 11373 h 152775"/>
              <a:gd name="connsiteX5" fmla="*/ 43314 w 111343"/>
              <a:gd name="connsiteY5" fmla="*/ 11373 h 152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343" h="152775">
                <a:moveTo>
                  <a:pt x="43314" y="11373"/>
                </a:moveTo>
                <a:cubicBezTo>
                  <a:pt x="37029" y="34940"/>
                  <a:pt x="-44626" y="152775"/>
                  <a:pt x="33887" y="152775"/>
                </a:cubicBezTo>
                <a:cubicBezTo>
                  <a:pt x="53001" y="152775"/>
                  <a:pt x="71594" y="146491"/>
                  <a:pt x="90448" y="143349"/>
                </a:cubicBezTo>
                <a:cubicBezTo>
                  <a:pt x="96732" y="133922"/>
                  <a:pt x="108360" y="126359"/>
                  <a:pt x="109301" y="115068"/>
                </a:cubicBezTo>
                <a:cubicBezTo>
                  <a:pt x="112490" y="76802"/>
                  <a:pt x="118029" y="22982"/>
                  <a:pt x="71594" y="11373"/>
                </a:cubicBezTo>
                <a:cubicBezTo>
                  <a:pt x="56352" y="7562"/>
                  <a:pt x="49599" y="-12194"/>
                  <a:pt x="43314" y="113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任意多边形: 形状 83"/>
          <p:cNvSpPr/>
          <p:nvPr/>
        </p:nvSpPr>
        <p:spPr>
          <a:xfrm>
            <a:off x="9239469" y="3106850"/>
            <a:ext cx="142432" cy="117097"/>
          </a:xfrm>
          <a:custGeom>
            <a:avLst/>
            <a:gdLst>
              <a:gd name="connsiteX0" fmla="*/ 103695 w 142432"/>
              <a:gd name="connsiteY0" fmla="*/ 2580 h 117097"/>
              <a:gd name="connsiteX1" fmla="*/ 141402 w 142432"/>
              <a:gd name="connsiteY1" fmla="*/ 68568 h 117097"/>
              <a:gd name="connsiteX2" fmla="*/ 131975 w 142432"/>
              <a:gd name="connsiteY2" fmla="*/ 96848 h 117097"/>
              <a:gd name="connsiteX3" fmla="*/ 94268 w 142432"/>
              <a:gd name="connsiteY3" fmla="*/ 87421 h 117097"/>
              <a:gd name="connsiteX4" fmla="*/ 47134 w 142432"/>
              <a:gd name="connsiteY4" fmla="*/ 96848 h 117097"/>
              <a:gd name="connsiteX5" fmla="*/ 18854 w 142432"/>
              <a:gd name="connsiteY5" fmla="*/ 115702 h 117097"/>
              <a:gd name="connsiteX6" fmla="*/ 0 w 142432"/>
              <a:gd name="connsiteY6" fmla="*/ 59141 h 117097"/>
              <a:gd name="connsiteX7" fmla="*/ 28280 w 142432"/>
              <a:gd name="connsiteY7" fmla="*/ 40287 h 117097"/>
              <a:gd name="connsiteX8" fmla="*/ 65988 w 142432"/>
              <a:gd name="connsiteY8" fmla="*/ 30860 h 117097"/>
              <a:gd name="connsiteX9" fmla="*/ 103695 w 142432"/>
              <a:gd name="connsiteY9" fmla="*/ 2580 h 117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2432" h="117097">
                <a:moveTo>
                  <a:pt x="103695" y="2580"/>
                </a:moveTo>
                <a:cubicBezTo>
                  <a:pt x="116264" y="8865"/>
                  <a:pt x="134122" y="44303"/>
                  <a:pt x="141402" y="68568"/>
                </a:cubicBezTo>
                <a:cubicBezTo>
                  <a:pt x="144257" y="78086"/>
                  <a:pt x="141201" y="93158"/>
                  <a:pt x="131975" y="96848"/>
                </a:cubicBezTo>
                <a:cubicBezTo>
                  <a:pt x="119946" y="101660"/>
                  <a:pt x="106837" y="90563"/>
                  <a:pt x="94268" y="87421"/>
                </a:cubicBezTo>
                <a:cubicBezTo>
                  <a:pt x="78557" y="90563"/>
                  <a:pt x="62136" y="91222"/>
                  <a:pt x="47134" y="96848"/>
                </a:cubicBezTo>
                <a:cubicBezTo>
                  <a:pt x="36526" y="100826"/>
                  <a:pt x="27701" y="122780"/>
                  <a:pt x="18854" y="115702"/>
                </a:cubicBezTo>
                <a:cubicBezTo>
                  <a:pt x="3335" y="103287"/>
                  <a:pt x="0" y="59141"/>
                  <a:pt x="0" y="59141"/>
                </a:cubicBezTo>
                <a:cubicBezTo>
                  <a:pt x="9427" y="52856"/>
                  <a:pt x="17867" y="44750"/>
                  <a:pt x="28280" y="40287"/>
                </a:cubicBezTo>
                <a:cubicBezTo>
                  <a:pt x="40189" y="35183"/>
                  <a:pt x="55208" y="38047"/>
                  <a:pt x="65988" y="30860"/>
                </a:cubicBezTo>
                <a:cubicBezTo>
                  <a:pt x="112330" y="-35"/>
                  <a:pt x="91126" y="-3705"/>
                  <a:pt x="103695" y="25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任意多边形: 形状 84"/>
          <p:cNvSpPr/>
          <p:nvPr/>
        </p:nvSpPr>
        <p:spPr>
          <a:xfrm>
            <a:off x="8454216" y="3232533"/>
            <a:ext cx="142199" cy="106638"/>
          </a:xfrm>
          <a:custGeom>
            <a:avLst/>
            <a:gdLst>
              <a:gd name="connsiteX0" fmla="*/ 75945 w 142199"/>
              <a:gd name="connsiteY0" fmla="*/ 12370 h 106638"/>
              <a:gd name="connsiteX1" fmla="*/ 141933 w 142199"/>
              <a:gd name="connsiteY1" fmla="*/ 68931 h 106638"/>
              <a:gd name="connsiteX2" fmla="*/ 132506 w 142199"/>
              <a:gd name="connsiteY2" fmla="*/ 106638 h 106638"/>
              <a:gd name="connsiteX3" fmla="*/ 75945 w 142199"/>
              <a:gd name="connsiteY3" fmla="*/ 97211 h 106638"/>
              <a:gd name="connsiteX4" fmla="*/ 47664 w 142199"/>
              <a:gd name="connsiteY4" fmla="*/ 87784 h 106638"/>
              <a:gd name="connsiteX5" fmla="*/ 9957 w 142199"/>
              <a:gd name="connsiteY5" fmla="*/ 78358 h 106638"/>
              <a:gd name="connsiteX6" fmla="*/ 9957 w 142199"/>
              <a:gd name="connsiteY6" fmla="*/ 21797 h 106638"/>
              <a:gd name="connsiteX7" fmla="*/ 38238 w 142199"/>
              <a:gd name="connsiteY7" fmla="*/ 12370 h 106638"/>
              <a:gd name="connsiteX8" fmla="*/ 75945 w 142199"/>
              <a:gd name="connsiteY8" fmla="*/ 12370 h 10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199" h="106638">
                <a:moveTo>
                  <a:pt x="75945" y="12370"/>
                </a:moveTo>
                <a:cubicBezTo>
                  <a:pt x="93227" y="21797"/>
                  <a:pt x="137852" y="40367"/>
                  <a:pt x="141933" y="68931"/>
                </a:cubicBezTo>
                <a:cubicBezTo>
                  <a:pt x="143765" y="81757"/>
                  <a:pt x="135648" y="94069"/>
                  <a:pt x="132506" y="106638"/>
                </a:cubicBezTo>
                <a:cubicBezTo>
                  <a:pt x="113652" y="103496"/>
                  <a:pt x="94604" y="101357"/>
                  <a:pt x="75945" y="97211"/>
                </a:cubicBezTo>
                <a:cubicBezTo>
                  <a:pt x="66245" y="95055"/>
                  <a:pt x="57219" y="90514"/>
                  <a:pt x="47664" y="87784"/>
                </a:cubicBezTo>
                <a:cubicBezTo>
                  <a:pt x="35207" y="84225"/>
                  <a:pt x="22526" y="81500"/>
                  <a:pt x="9957" y="78358"/>
                </a:cubicBezTo>
                <a:cubicBezTo>
                  <a:pt x="3672" y="59504"/>
                  <a:pt x="-8897" y="40650"/>
                  <a:pt x="9957" y="21797"/>
                </a:cubicBezTo>
                <a:cubicBezTo>
                  <a:pt x="16984" y="14771"/>
                  <a:pt x="28811" y="15512"/>
                  <a:pt x="38238" y="12370"/>
                </a:cubicBezTo>
                <a:cubicBezTo>
                  <a:pt x="71747" y="-9970"/>
                  <a:pt x="58663" y="2943"/>
                  <a:pt x="75945" y="1237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任意多边形: 形状 85"/>
          <p:cNvSpPr/>
          <p:nvPr/>
        </p:nvSpPr>
        <p:spPr>
          <a:xfrm>
            <a:off x="10047616" y="3683494"/>
            <a:ext cx="104990" cy="125961"/>
          </a:xfrm>
          <a:custGeom>
            <a:avLst/>
            <a:gdLst>
              <a:gd name="connsiteX0" fmla="*/ 103718 w 104990"/>
              <a:gd name="connsiteY0" fmla="*/ 59973 h 125961"/>
              <a:gd name="connsiteX1" fmla="*/ 94291 w 104990"/>
              <a:gd name="connsiteY1" fmla="*/ 3412 h 125961"/>
              <a:gd name="connsiteX2" fmla="*/ 56584 w 104990"/>
              <a:gd name="connsiteY2" fmla="*/ 12839 h 125961"/>
              <a:gd name="connsiteX3" fmla="*/ 37730 w 104990"/>
              <a:gd name="connsiteY3" fmla="*/ 41119 h 125961"/>
              <a:gd name="connsiteX4" fmla="*/ 9450 w 104990"/>
              <a:gd name="connsiteY4" fmla="*/ 59973 h 125961"/>
              <a:gd name="connsiteX5" fmla="*/ 28303 w 104990"/>
              <a:gd name="connsiteY5" fmla="*/ 107107 h 125961"/>
              <a:gd name="connsiteX6" fmla="*/ 84864 w 104990"/>
              <a:gd name="connsiteY6" fmla="*/ 125961 h 125961"/>
              <a:gd name="connsiteX7" fmla="*/ 103718 w 104990"/>
              <a:gd name="connsiteY7" fmla="*/ 59973 h 12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4990" h="125961">
                <a:moveTo>
                  <a:pt x="103718" y="59973"/>
                </a:moveTo>
                <a:cubicBezTo>
                  <a:pt x="105289" y="39548"/>
                  <a:pt x="107806" y="16927"/>
                  <a:pt x="94291" y="3412"/>
                </a:cubicBezTo>
                <a:cubicBezTo>
                  <a:pt x="85130" y="-5749"/>
                  <a:pt x="67364" y="5652"/>
                  <a:pt x="56584" y="12839"/>
                </a:cubicBezTo>
                <a:cubicBezTo>
                  <a:pt x="47157" y="19123"/>
                  <a:pt x="45741" y="33108"/>
                  <a:pt x="37730" y="41119"/>
                </a:cubicBezTo>
                <a:cubicBezTo>
                  <a:pt x="29719" y="49130"/>
                  <a:pt x="18877" y="53688"/>
                  <a:pt x="9450" y="59973"/>
                </a:cubicBezTo>
                <a:cubicBezTo>
                  <a:pt x="-1492" y="92797"/>
                  <a:pt x="-10603" y="89815"/>
                  <a:pt x="28303" y="107107"/>
                </a:cubicBezTo>
                <a:cubicBezTo>
                  <a:pt x="46464" y="115179"/>
                  <a:pt x="84864" y="125961"/>
                  <a:pt x="84864" y="125961"/>
                </a:cubicBezTo>
                <a:cubicBezTo>
                  <a:pt x="108947" y="89837"/>
                  <a:pt x="102147" y="80398"/>
                  <a:pt x="103718" y="599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任意多边形: 形状 86"/>
          <p:cNvSpPr/>
          <p:nvPr/>
        </p:nvSpPr>
        <p:spPr>
          <a:xfrm>
            <a:off x="8325358" y="4630759"/>
            <a:ext cx="131975" cy="128439"/>
          </a:xfrm>
          <a:custGeom>
            <a:avLst/>
            <a:gdLst>
              <a:gd name="connsiteX0" fmla="*/ 103695 w 131975"/>
              <a:gd name="connsiteY0" fmla="*/ 40251 h 128439"/>
              <a:gd name="connsiteX1" fmla="*/ 131975 w 131975"/>
              <a:gd name="connsiteY1" fmla="*/ 125092 h 128439"/>
              <a:gd name="connsiteX2" fmla="*/ 103695 w 131975"/>
              <a:gd name="connsiteY2" fmla="*/ 115665 h 128439"/>
              <a:gd name="connsiteX3" fmla="*/ 75414 w 131975"/>
              <a:gd name="connsiteY3" fmla="*/ 96812 h 128439"/>
              <a:gd name="connsiteX4" fmla="*/ 0 w 131975"/>
              <a:gd name="connsiteY4" fmla="*/ 77958 h 128439"/>
              <a:gd name="connsiteX5" fmla="*/ 9427 w 131975"/>
              <a:gd name="connsiteY5" fmla="*/ 2544 h 128439"/>
              <a:gd name="connsiteX6" fmla="*/ 37707 w 131975"/>
              <a:gd name="connsiteY6" fmla="*/ 11971 h 128439"/>
              <a:gd name="connsiteX7" fmla="*/ 103695 w 131975"/>
              <a:gd name="connsiteY7" fmla="*/ 40251 h 128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975" h="128439">
                <a:moveTo>
                  <a:pt x="103695" y="40251"/>
                </a:moveTo>
                <a:cubicBezTo>
                  <a:pt x="119406" y="59104"/>
                  <a:pt x="131975" y="95282"/>
                  <a:pt x="131975" y="125092"/>
                </a:cubicBezTo>
                <a:cubicBezTo>
                  <a:pt x="131975" y="135029"/>
                  <a:pt x="112583" y="120109"/>
                  <a:pt x="103695" y="115665"/>
                </a:cubicBezTo>
                <a:cubicBezTo>
                  <a:pt x="93561" y="110598"/>
                  <a:pt x="85548" y="101879"/>
                  <a:pt x="75414" y="96812"/>
                </a:cubicBezTo>
                <a:cubicBezTo>
                  <a:pt x="56088" y="87149"/>
                  <a:pt x="17930" y="81544"/>
                  <a:pt x="0" y="77958"/>
                </a:cubicBezTo>
                <a:cubicBezTo>
                  <a:pt x="3142" y="52820"/>
                  <a:pt x="-3142" y="24540"/>
                  <a:pt x="9427" y="2544"/>
                </a:cubicBezTo>
                <a:cubicBezTo>
                  <a:pt x="14357" y="-6083"/>
                  <a:pt x="28007" y="9816"/>
                  <a:pt x="37707" y="11971"/>
                </a:cubicBezTo>
                <a:cubicBezTo>
                  <a:pt x="107701" y="27525"/>
                  <a:pt x="87984" y="21398"/>
                  <a:pt x="103695" y="4025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任意多边形: 形状 87"/>
          <p:cNvSpPr/>
          <p:nvPr/>
        </p:nvSpPr>
        <p:spPr>
          <a:xfrm>
            <a:off x="9064370" y="3495243"/>
            <a:ext cx="144217" cy="79732"/>
          </a:xfrm>
          <a:custGeom>
            <a:avLst/>
            <a:gdLst>
              <a:gd name="connsiteX0" fmla="*/ 134819 w 144217"/>
              <a:gd name="connsiteY0" fmla="*/ 4317 h 79732"/>
              <a:gd name="connsiteX1" fmla="*/ 2844 w 144217"/>
              <a:gd name="connsiteY1" fmla="*/ 60878 h 79732"/>
              <a:gd name="connsiteX2" fmla="*/ 31124 w 144217"/>
              <a:gd name="connsiteY2" fmla="*/ 79732 h 79732"/>
              <a:gd name="connsiteX3" fmla="*/ 59405 w 144217"/>
              <a:gd name="connsiteY3" fmla="*/ 70305 h 79732"/>
              <a:gd name="connsiteX4" fmla="*/ 125392 w 144217"/>
              <a:gd name="connsiteY4" fmla="*/ 60878 h 79732"/>
              <a:gd name="connsiteX5" fmla="*/ 134819 w 144217"/>
              <a:gd name="connsiteY5" fmla="*/ 4317 h 7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217" h="79732">
                <a:moveTo>
                  <a:pt x="134819" y="4317"/>
                </a:moveTo>
                <a:cubicBezTo>
                  <a:pt x="114394" y="4317"/>
                  <a:pt x="-21188" y="-23238"/>
                  <a:pt x="2844" y="60878"/>
                </a:cubicBezTo>
                <a:cubicBezTo>
                  <a:pt x="5956" y="71772"/>
                  <a:pt x="21697" y="73447"/>
                  <a:pt x="31124" y="79732"/>
                </a:cubicBezTo>
                <a:cubicBezTo>
                  <a:pt x="40551" y="76590"/>
                  <a:pt x="49661" y="72254"/>
                  <a:pt x="59405" y="70305"/>
                </a:cubicBezTo>
                <a:cubicBezTo>
                  <a:pt x="81192" y="65947"/>
                  <a:pt x="110932" y="77748"/>
                  <a:pt x="125392" y="60878"/>
                </a:cubicBezTo>
                <a:cubicBezTo>
                  <a:pt x="137831" y="46366"/>
                  <a:pt x="155244" y="4317"/>
                  <a:pt x="134819" y="431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任意多边形: 形状 88"/>
          <p:cNvSpPr/>
          <p:nvPr/>
        </p:nvSpPr>
        <p:spPr>
          <a:xfrm>
            <a:off x="8454216" y="3581400"/>
            <a:ext cx="118463" cy="102094"/>
          </a:xfrm>
          <a:custGeom>
            <a:avLst/>
            <a:gdLst>
              <a:gd name="connsiteX0" fmla="*/ 4637 w 118463"/>
              <a:gd name="connsiteY0" fmla="*/ 380 h 102094"/>
              <a:gd name="connsiteX1" fmla="*/ 117758 w 118463"/>
              <a:gd name="connsiteY1" fmla="*/ 85221 h 102094"/>
              <a:gd name="connsiteX2" fmla="*/ 32917 w 118463"/>
              <a:gd name="connsiteY2" fmla="*/ 94648 h 102094"/>
              <a:gd name="connsiteX3" fmla="*/ 14063 w 118463"/>
              <a:gd name="connsiteY3" fmla="*/ 66367 h 102094"/>
              <a:gd name="connsiteX4" fmla="*/ 4637 w 118463"/>
              <a:gd name="connsiteY4" fmla="*/ 380 h 102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463" h="102094">
                <a:moveTo>
                  <a:pt x="4637" y="380"/>
                </a:moveTo>
                <a:cubicBezTo>
                  <a:pt x="21920" y="3522"/>
                  <a:pt x="104214" y="40075"/>
                  <a:pt x="117758" y="85221"/>
                </a:cubicBezTo>
                <a:cubicBezTo>
                  <a:pt x="125934" y="112475"/>
                  <a:pt x="60912" y="99738"/>
                  <a:pt x="32917" y="94648"/>
                </a:cubicBezTo>
                <a:cubicBezTo>
                  <a:pt x="21770" y="92621"/>
                  <a:pt x="20348" y="75794"/>
                  <a:pt x="14063" y="66367"/>
                </a:cubicBezTo>
                <a:cubicBezTo>
                  <a:pt x="24723" y="13070"/>
                  <a:pt x="-12646" y="-2762"/>
                  <a:pt x="4637" y="3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任意多边形: 形状 89"/>
          <p:cNvSpPr/>
          <p:nvPr/>
        </p:nvSpPr>
        <p:spPr>
          <a:xfrm>
            <a:off x="8572679" y="3913694"/>
            <a:ext cx="115359" cy="75414"/>
          </a:xfrm>
          <a:custGeom>
            <a:avLst/>
            <a:gdLst>
              <a:gd name="connsiteX0" fmla="*/ 115359 w 115359"/>
              <a:gd name="connsiteY0" fmla="*/ 75414 h 75414"/>
              <a:gd name="connsiteX1" fmla="*/ 68225 w 115359"/>
              <a:gd name="connsiteY1" fmla="*/ 56561 h 75414"/>
              <a:gd name="connsiteX2" fmla="*/ 2238 w 115359"/>
              <a:gd name="connsiteY2" fmla="*/ 47134 h 75414"/>
              <a:gd name="connsiteX3" fmla="*/ 21091 w 115359"/>
              <a:gd name="connsiteY3" fmla="*/ 18854 h 75414"/>
              <a:gd name="connsiteX4" fmla="*/ 49372 w 115359"/>
              <a:gd name="connsiteY4" fmla="*/ 0 h 75414"/>
              <a:gd name="connsiteX5" fmla="*/ 96506 w 115359"/>
              <a:gd name="connsiteY5" fmla="*/ 9427 h 75414"/>
              <a:gd name="connsiteX6" fmla="*/ 105933 w 115359"/>
              <a:gd name="connsiteY6" fmla="*/ 37707 h 75414"/>
              <a:gd name="connsiteX7" fmla="*/ 115359 w 115359"/>
              <a:gd name="connsiteY7" fmla="*/ 75414 h 75414"/>
              <a:gd name="connsiteX8" fmla="*/ 115359 w 115359"/>
              <a:gd name="connsiteY8" fmla="*/ 75414 h 75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359" h="75414">
                <a:moveTo>
                  <a:pt x="115359" y="75414"/>
                </a:moveTo>
                <a:cubicBezTo>
                  <a:pt x="107503" y="72272"/>
                  <a:pt x="84641" y="60665"/>
                  <a:pt x="68225" y="56561"/>
                </a:cubicBezTo>
                <a:cubicBezTo>
                  <a:pt x="46669" y="51172"/>
                  <a:pt x="19588" y="61014"/>
                  <a:pt x="2238" y="47134"/>
                </a:cubicBezTo>
                <a:cubicBezTo>
                  <a:pt x="-6609" y="40057"/>
                  <a:pt x="13080" y="26865"/>
                  <a:pt x="21091" y="18854"/>
                </a:cubicBezTo>
                <a:cubicBezTo>
                  <a:pt x="29102" y="10843"/>
                  <a:pt x="39945" y="6285"/>
                  <a:pt x="49372" y="0"/>
                </a:cubicBezTo>
                <a:cubicBezTo>
                  <a:pt x="65083" y="3142"/>
                  <a:pt x="83174" y="539"/>
                  <a:pt x="96506" y="9427"/>
                </a:cubicBezTo>
                <a:cubicBezTo>
                  <a:pt x="104774" y="14939"/>
                  <a:pt x="103203" y="28153"/>
                  <a:pt x="105933" y="37707"/>
                </a:cubicBezTo>
                <a:cubicBezTo>
                  <a:pt x="109492" y="50164"/>
                  <a:pt x="109565" y="63826"/>
                  <a:pt x="115359" y="75414"/>
                </a:cubicBezTo>
                <a:lnTo>
                  <a:pt x="115359" y="75414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任意多边形: 形状 90"/>
          <p:cNvSpPr/>
          <p:nvPr/>
        </p:nvSpPr>
        <p:spPr>
          <a:xfrm>
            <a:off x="7630050" y="3597915"/>
            <a:ext cx="110309" cy="113659"/>
          </a:xfrm>
          <a:custGeom>
            <a:avLst/>
            <a:gdLst>
              <a:gd name="connsiteX0" fmla="*/ 103698 w 110309"/>
              <a:gd name="connsiteY0" fmla="*/ 19391 h 113659"/>
              <a:gd name="connsiteX1" fmla="*/ 9430 w 110309"/>
              <a:gd name="connsiteY1" fmla="*/ 538 h 113659"/>
              <a:gd name="connsiteX2" fmla="*/ 3 w 110309"/>
              <a:gd name="connsiteY2" fmla="*/ 28818 h 113659"/>
              <a:gd name="connsiteX3" fmla="*/ 9430 w 110309"/>
              <a:gd name="connsiteY3" fmla="*/ 75952 h 113659"/>
              <a:gd name="connsiteX4" fmla="*/ 65991 w 110309"/>
              <a:gd name="connsiteY4" fmla="*/ 113659 h 113659"/>
              <a:gd name="connsiteX5" fmla="*/ 103698 w 110309"/>
              <a:gd name="connsiteY5" fmla="*/ 75952 h 113659"/>
              <a:gd name="connsiteX6" fmla="*/ 103698 w 110309"/>
              <a:gd name="connsiteY6" fmla="*/ 19391 h 11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309" h="113659">
                <a:moveTo>
                  <a:pt x="103698" y="19391"/>
                </a:moveTo>
                <a:cubicBezTo>
                  <a:pt x="87987" y="6822"/>
                  <a:pt x="41343" y="-2363"/>
                  <a:pt x="9430" y="538"/>
                </a:cubicBezTo>
                <a:cubicBezTo>
                  <a:pt x="-466" y="1438"/>
                  <a:pt x="3" y="18881"/>
                  <a:pt x="3" y="28818"/>
                </a:cubicBezTo>
                <a:cubicBezTo>
                  <a:pt x="3" y="44840"/>
                  <a:pt x="-407" y="63305"/>
                  <a:pt x="9430" y="75952"/>
                </a:cubicBezTo>
                <a:cubicBezTo>
                  <a:pt x="23341" y="93838"/>
                  <a:pt x="65991" y="113659"/>
                  <a:pt x="65991" y="113659"/>
                </a:cubicBezTo>
                <a:cubicBezTo>
                  <a:pt x="84845" y="107375"/>
                  <a:pt x="109983" y="107375"/>
                  <a:pt x="103698" y="75952"/>
                </a:cubicBezTo>
                <a:cubicBezTo>
                  <a:pt x="101955" y="67237"/>
                  <a:pt x="119409" y="31960"/>
                  <a:pt x="103698" y="1939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任意多边形: 形状 91"/>
          <p:cNvSpPr/>
          <p:nvPr/>
        </p:nvSpPr>
        <p:spPr>
          <a:xfrm>
            <a:off x="9632534" y="3210523"/>
            <a:ext cx="110034" cy="90251"/>
          </a:xfrm>
          <a:custGeom>
            <a:avLst/>
            <a:gdLst>
              <a:gd name="connsiteX0" fmla="*/ 101929 w 110034"/>
              <a:gd name="connsiteY0" fmla="*/ 5700 h 90251"/>
              <a:gd name="connsiteX1" fmla="*/ 92502 w 110034"/>
              <a:gd name="connsiteY1" fmla="*/ 81114 h 90251"/>
              <a:gd name="connsiteX2" fmla="*/ 7661 w 110034"/>
              <a:gd name="connsiteY2" fmla="*/ 71688 h 90251"/>
              <a:gd name="connsiteX3" fmla="*/ 17088 w 110034"/>
              <a:gd name="connsiteY3" fmla="*/ 15127 h 90251"/>
              <a:gd name="connsiteX4" fmla="*/ 101929 w 110034"/>
              <a:gd name="connsiteY4" fmla="*/ 5700 h 90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034" h="90251">
                <a:moveTo>
                  <a:pt x="101929" y="5700"/>
                </a:moveTo>
                <a:cubicBezTo>
                  <a:pt x="114498" y="16698"/>
                  <a:pt x="113256" y="66586"/>
                  <a:pt x="92502" y="81114"/>
                </a:cubicBezTo>
                <a:cubicBezTo>
                  <a:pt x="69191" y="97432"/>
                  <a:pt x="29075" y="90425"/>
                  <a:pt x="7661" y="71688"/>
                </a:cubicBezTo>
                <a:cubicBezTo>
                  <a:pt x="-6724" y="59102"/>
                  <a:pt x="698" y="24961"/>
                  <a:pt x="17088" y="15127"/>
                </a:cubicBezTo>
                <a:cubicBezTo>
                  <a:pt x="41338" y="577"/>
                  <a:pt x="89360" y="-5298"/>
                  <a:pt x="101929" y="570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任意多边形: 形状 92"/>
          <p:cNvSpPr/>
          <p:nvPr/>
        </p:nvSpPr>
        <p:spPr>
          <a:xfrm>
            <a:off x="8165628" y="3438293"/>
            <a:ext cx="159730" cy="98701"/>
          </a:xfrm>
          <a:custGeom>
            <a:avLst/>
            <a:gdLst>
              <a:gd name="connsiteX0" fmla="*/ 150828 w 159730"/>
              <a:gd name="connsiteY0" fmla="*/ 70421 h 98701"/>
              <a:gd name="connsiteX1" fmla="*/ 0 w 159730"/>
              <a:gd name="connsiteY1" fmla="*/ 32714 h 98701"/>
              <a:gd name="connsiteX2" fmla="*/ 9426 w 159730"/>
              <a:gd name="connsiteY2" fmla="*/ 60994 h 98701"/>
              <a:gd name="connsiteX3" fmla="*/ 37707 w 159730"/>
              <a:gd name="connsiteY3" fmla="*/ 51567 h 98701"/>
              <a:gd name="connsiteX4" fmla="*/ 75414 w 159730"/>
              <a:gd name="connsiteY4" fmla="*/ 89275 h 98701"/>
              <a:gd name="connsiteX5" fmla="*/ 103694 w 159730"/>
              <a:gd name="connsiteY5" fmla="*/ 98701 h 98701"/>
              <a:gd name="connsiteX6" fmla="*/ 131975 w 159730"/>
              <a:gd name="connsiteY6" fmla="*/ 89275 h 98701"/>
              <a:gd name="connsiteX7" fmla="*/ 141402 w 159730"/>
              <a:gd name="connsiteY7" fmla="*/ 60994 h 98701"/>
              <a:gd name="connsiteX8" fmla="*/ 150828 w 159730"/>
              <a:gd name="connsiteY8" fmla="*/ 70421 h 98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730" h="98701">
                <a:moveTo>
                  <a:pt x="150828" y="70421"/>
                </a:moveTo>
                <a:cubicBezTo>
                  <a:pt x="127261" y="65708"/>
                  <a:pt x="0" y="-56986"/>
                  <a:pt x="0" y="32714"/>
                </a:cubicBezTo>
                <a:cubicBezTo>
                  <a:pt x="0" y="42651"/>
                  <a:pt x="6284" y="51567"/>
                  <a:pt x="9426" y="60994"/>
                </a:cubicBezTo>
                <a:cubicBezTo>
                  <a:pt x="18853" y="57852"/>
                  <a:pt x="27770" y="51567"/>
                  <a:pt x="37707" y="51567"/>
                </a:cubicBezTo>
                <a:cubicBezTo>
                  <a:pt x="87982" y="51567"/>
                  <a:pt x="50276" y="64137"/>
                  <a:pt x="75414" y="89275"/>
                </a:cubicBezTo>
                <a:cubicBezTo>
                  <a:pt x="82440" y="96301"/>
                  <a:pt x="94267" y="95559"/>
                  <a:pt x="103694" y="98701"/>
                </a:cubicBezTo>
                <a:cubicBezTo>
                  <a:pt x="113121" y="95559"/>
                  <a:pt x="124949" y="96301"/>
                  <a:pt x="131975" y="89275"/>
                </a:cubicBezTo>
                <a:cubicBezTo>
                  <a:pt x="139002" y="82249"/>
                  <a:pt x="137712" y="70220"/>
                  <a:pt x="141402" y="60994"/>
                </a:cubicBezTo>
                <a:cubicBezTo>
                  <a:pt x="144011" y="54470"/>
                  <a:pt x="174395" y="75134"/>
                  <a:pt x="150828" y="7042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任意多边形: 形状 93"/>
          <p:cNvSpPr/>
          <p:nvPr/>
        </p:nvSpPr>
        <p:spPr>
          <a:xfrm>
            <a:off x="7667191" y="4099269"/>
            <a:ext cx="88042" cy="126071"/>
          </a:xfrm>
          <a:custGeom>
            <a:avLst/>
            <a:gdLst>
              <a:gd name="connsiteX0" fmla="*/ 75414 w 88042"/>
              <a:gd name="connsiteY0" fmla="*/ 3523 h 126071"/>
              <a:gd name="connsiteX1" fmla="*/ 84841 w 88042"/>
              <a:gd name="connsiteY1" fmla="*/ 88364 h 126071"/>
              <a:gd name="connsiteX2" fmla="*/ 56561 w 88042"/>
              <a:gd name="connsiteY2" fmla="*/ 97791 h 126071"/>
              <a:gd name="connsiteX3" fmla="*/ 47134 w 88042"/>
              <a:gd name="connsiteY3" fmla="*/ 126071 h 126071"/>
              <a:gd name="connsiteX4" fmla="*/ 0 w 88042"/>
              <a:gd name="connsiteY4" fmla="*/ 41230 h 126071"/>
              <a:gd name="connsiteX5" fmla="*/ 75414 w 88042"/>
              <a:gd name="connsiteY5" fmla="*/ 3523 h 12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042" h="126071">
                <a:moveTo>
                  <a:pt x="75414" y="3523"/>
                </a:moveTo>
                <a:cubicBezTo>
                  <a:pt x="89554" y="11379"/>
                  <a:pt x="90421" y="60462"/>
                  <a:pt x="84841" y="88364"/>
                </a:cubicBezTo>
                <a:cubicBezTo>
                  <a:pt x="82892" y="98108"/>
                  <a:pt x="63587" y="90765"/>
                  <a:pt x="56561" y="97791"/>
                </a:cubicBezTo>
                <a:cubicBezTo>
                  <a:pt x="49535" y="104817"/>
                  <a:pt x="50276" y="116644"/>
                  <a:pt x="47134" y="126071"/>
                </a:cubicBezTo>
                <a:cubicBezTo>
                  <a:pt x="3915" y="61243"/>
                  <a:pt x="16592" y="91007"/>
                  <a:pt x="0" y="41230"/>
                </a:cubicBezTo>
                <a:cubicBezTo>
                  <a:pt x="14396" y="-1955"/>
                  <a:pt x="61274" y="-4333"/>
                  <a:pt x="75414" y="352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任意多边形: 形状 94"/>
          <p:cNvSpPr/>
          <p:nvPr/>
        </p:nvSpPr>
        <p:spPr>
          <a:xfrm rot="3630040">
            <a:off x="9303077" y="4273330"/>
            <a:ext cx="123854" cy="98627"/>
          </a:xfrm>
          <a:custGeom>
            <a:avLst/>
            <a:gdLst>
              <a:gd name="connsiteX0" fmla="*/ 57119 w 123854"/>
              <a:gd name="connsiteY0" fmla="*/ 37707 h 98627"/>
              <a:gd name="connsiteX1" fmla="*/ 47692 w 123854"/>
              <a:gd name="connsiteY1" fmla="*/ 94268 h 98627"/>
              <a:gd name="connsiteX2" fmla="*/ 9985 w 123854"/>
              <a:gd name="connsiteY2" fmla="*/ 84841 h 98627"/>
              <a:gd name="connsiteX3" fmla="*/ 47692 w 123854"/>
              <a:gd name="connsiteY3" fmla="*/ 0 h 98627"/>
              <a:gd name="connsiteX4" fmla="*/ 123106 w 123854"/>
              <a:gd name="connsiteY4" fmla="*/ 37707 h 98627"/>
              <a:gd name="connsiteX5" fmla="*/ 94826 w 123854"/>
              <a:gd name="connsiteY5" fmla="*/ 47134 h 98627"/>
              <a:gd name="connsiteX6" fmla="*/ 47692 w 123854"/>
              <a:gd name="connsiteY6" fmla="*/ 37707 h 98627"/>
              <a:gd name="connsiteX7" fmla="*/ 19411 w 123854"/>
              <a:gd name="connsiteY7" fmla="*/ 28280 h 98627"/>
              <a:gd name="connsiteX8" fmla="*/ 57119 w 123854"/>
              <a:gd name="connsiteY8" fmla="*/ 37707 h 9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854" h="98627">
                <a:moveTo>
                  <a:pt x="57119" y="37707"/>
                </a:moveTo>
                <a:cubicBezTo>
                  <a:pt x="61833" y="48705"/>
                  <a:pt x="61207" y="80753"/>
                  <a:pt x="47692" y="94268"/>
                </a:cubicBezTo>
                <a:cubicBezTo>
                  <a:pt x="38531" y="103429"/>
                  <a:pt x="14082" y="97132"/>
                  <a:pt x="9985" y="84841"/>
                </a:cubicBezTo>
                <a:cubicBezTo>
                  <a:pt x="-14532" y="11292"/>
                  <a:pt x="9175" y="12839"/>
                  <a:pt x="47692" y="0"/>
                </a:cubicBezTo>
                <a:cubicBezTo>
                  <a:pt x="49832" y="357"/>
                  <a:pt x="132532" y="4"/>
                  <a:pt x="123106" y="37707"/>
                </a:cubicBezTo>
                <a:cubicBezTo>
                  <a:pt x="120696" y="47347"/>
                  <a:pt x="104253" y="43992"/>
                  <a:pt x="94826" y="47134"/>
                </a:cubicBezTo>
                <a:cubicBezTo>
                  <a:pt x="79115" y="43992"/>
                  <a:pt x="63236" y="41593"/>
                  <a:pt x="47692" y="37707"/>
                </a:cubicBezTo>
                <a:cubicBezTo>
                  <a:pt x="38052" y="35297"/>
                  <a:pt x="11143" y="33792"/>
                  <a:pt x="19411" y="28280"/>
                </a:cubicBezTo>
                <a:cubicBezTo>
                  <a:pt x="35315" y="17678"/>
                  <a:pt x="52405" y="26709"/>
                  <a:pt x="57119" y="3770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任意多边形: 形状 95"/>
          <p:cNvSpPr/>
          <p:nvPr/>
        </p:nvSpPr>
        <p:spPr>
          <a:xfrm>
            <a:off x="7431200" y="3841171"/>
            <a:ext cx="109886" cy="99319"/>
          </a:xfrm>
          <a:custGeom>
            <a:avLst/>
            <a:gdLst>
              <a:gd name="connsiteX0" fmla="*/ 33729 w 109886"/>
              <a:gd name="connsiteY0" fmla="*/ 94604 h 99319"/>
              <a:gd name="connsiteX1" fmla="*/ 109143 w 109886"/>
              <a:gd name="connsiteY1" fmla="*/ 19190 h 99319"/>
              <a:gd name="connsiteX2" fmla="*/ 80863 w 109886"/>
              <a:gd name="connsiteY2" fmla="*/ 336 h 99319"/>
              <a:gd name="connsiteX3" fmla="*/ 24302 w 109886"/>
              <a:gd name="connsiteY3" fmla="*/ 9763 h 99319"/>
              <a:gd name="connsiteX4" fmla="*/ 14875 w 109886"/>
              <a:gd name="connsiteY4" fmla="*/ 85177 h 99319"/>
              <a:gd name="connsiteX5" fmla="*/ 33729 w 109886"/>
              <a:gd name="connsiteY5" fmla="*/ 94604 h 99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886" h="99319">
                <a:moveTo>
                  <a:pt x="33729" y="94604"/>
                </a:moveTo>
                <a:cubicBezTo>
                  <a:pt x="49440" y="83606"/>
                  <a:pt x="93244" y="50987"/>
                  <a:pt x="109143" y="19190"/>
                </a:cubicBezTo>
                <a:cubicBezTo>
                  <a:pt x="114210" y="9057"/>
                  <a:pt x="92123" y="1587"/>
                  <a:pt x="80863" y="336"/>
                </a:cubicBezTo>
                <a:cubicBezTo>
                  <a:pt x="61866" y="-1775"/>
                  <a:pt x="43156" y="6621"/>
                  <a:pt x="24302" y="9763"/>
                </a:cubicBezTo>
                <a:cubicBezTo>
                  <a:pt x="11269" y="29312"/>
                  <a:pt x="-17576" y="58135"/>
                  <a:pt x="14875" y="85177"/>
                </a:cubicBezTo>
                <a:cubicBezTo>
                  <a:pt x="26945" y="95235"/>
                  <a:pt x="18018" y="105602"/>
                  <a:pt x="33729" y="9460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任意多边形: 形状 96"/>
          <p:cNvSpPr/>
          <p:nvPr/>
        </p:nvSpPr>
        <p:spPr>
          <a:xfrm>
            <a:off x="7199248" y="4256022"/>
            <a:ext cx="98714" cy="151527"/>
          </a:xfrm>
          <a:custGeom>
            <a:avLst/>
            <a:gdLst>
              <a:gd name="connsiteX0" fmla="*/ 65988 w 98714"/>
              <a:gd name="connsiteY0" fmla="*/ 130134 h 151527"/>
              <a:gd name="connsiteX1" fmla="*/ 94268 w 98714"/>
              <a:gd name="connsiteY1" fmla="*/ 35866 h 151527"/>
              <a:gd name="connsiteX2" fmla="*/ 0 w 98714"/>
              <a:gd name="connsiteY2" fmla="*/ 73573 h 151527"/>
              <a:gd name="connsiteX3" fmla="*/ 9427 w 98714"/>
              <a:gd name="connsiteY3" fmla="*/ 139561 h 151527"/>
              <a:gd name="connsiteX4" fmla="*/ 75415 w 98714"/>
              <a:gd name="connsiteY4" fmla="*/ 139561 h 151527"/>
              <a:gd name="connsiteX5" fmla="*/ 65988 w 98714"/>
              <a:gd name="connsiteY5" fmla="*/ 130134 h 15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714" h="151527">
                <a:moveTo>
                  <a:pt x="65988" y="130134"/>
                </a:moveTo>
                <a:cubicBezTo>
                  <a:pt x="69130" y="112851"/>
                  <a:pt x="112466" y="63162"/>
                  <a:pt x="94268" y="35866"/>
                </a:cubicBezTo>
                <a:cubicBezTo>
                  <a:pt x="33463" y="-55341"/>
                  <a:pt x="6583" y="53825"/>
                  <a:pt x="0" y="73573"/>
                </a:cubicBezTo>
                <a:cubicBezTo>
                  <a:pt x="3142" y="95569"/>
                  <a:pt x="-2349" y="120719"/>
                  <a:pt x="9427" y="139561"/>
                </a:cubicBezTo>
                <a:cubicBezTo>
                  <a:pt x="25182" y="164770"/>
                  <a:pt x="59074" y="142829"/>
                  <a:pt x="75415" y="139561"/>
                </a:cubicBezTo>
                <a:cubicBezTo>
                  <a:pt x="81577" y="138329"/>
                  <a:pt x="62846" y="147417"/>
                  <a:pt x="65988" y="13013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任意多边形: 形状 97"/>
          <p:cNvSpPr/>
          <p:nvPr/>
        </p:nvSpPr>
        <p:spPr>
          <a:xfrm>
            <a:off x="8946372" y="2929149"/>
            <a:ext cx="182112" cy="97086"/>
          </a:xfrm>
          <a:custGeom>
            <a:avLst/>
            <a:gdLst>
              <a:gd name="connsiteX0" fmla="*/ 134978 w 182112"/>
              <a:gd name="connsiteY0" fmla="*/ 53559 h 97086"/>
              <a:gd name="connsiteX1" fmla="*/ 59563 w 182112"/>
              <a:gd name="connsiteY1" fmla="*/ 6425 h 97086"/>
              <a:gd name="connsiteX2" fmla="*/ 31283 w 182112"/>
              <a:gd name="connsiteY2" fmla="*/ 15852 h 97086"/>
              <a:gd name="connsiteX3" fmla="*/ 12429 w 182112"/>
              <a:gd name="connsiteY3" fmla="*/ 81840 h 97086"/>
              <a:gd name="connsiteX4" fmla="*/ 40709 w 182112"/>
              <a:gd name="connsiteY4" fmla="*/ 91267 h 97086"/>
              <a:gd name="connsiteX5" fmla="*/ 182112 w 182112"/>
              <a:gd name="connsiteY5" fmla="*/ 53559 h 97086"/>
              <a:gd name="connsiteX6" fmla="*/ 172685 w 182112"/>
              <a:gd name="connsiteY6" fmla="*/ 25279 h 97086"/>
              <a:gd name="connsiteX7" fmla="*/ 116124 w 182112"/>
              <a:gd name="connsiteY7" fmla="*/ 34706 h 97086"/>
              <a:gd name="connsiteX8" fmla="*/ 134978 w 182112"/>
              <a:gd name="connsiteY8" fmla="*/ 53559 h 9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112" h="97086">
                <a:moveTo>
                  <a:pt x="134978" y="53559"/>
                </a:moveTo>
                <a:cubicBezTo>
                  <a:pt x="125551" y="48845"/>
                  <a:pt x="114788" y="-21187"/>
                  <a:pt x="59563" y="6425"/>
                </a:cubicBezTo>
                <a:cubicBezTo>
                  <a:pt x="50675" y="10869"/>
                  <a:pt x="40710" y="12710"/>
                  <a:pt x="31283" y="15852"/>
                </a:cubicBezTo>
                <a:cubicBezTo>
                  <a:pt x="9763" y="37372"/>
                  <a:pt x="-15705" y="46673"/>
                  <a:pt x="12429" y="81840"/>
                </a:cubicBezTo>
                <a:cubicBezTo>
                  <a:pt x="18636" y="89599"/>
                  <a:pt x="31282" y="88125"/>
                  <a:pt x="40709" y="91267"/>
                </a:cubicBezTo>
                <a:cubicBezTo>
                  <a:pt x="78854" y="88542"/>
                  <a:pt x="182112" y="122011"/>
                  <a:pt x="182112" y="53559"/>
                </a:cubicBezTo>
                <a:cubicBezTo>
                  <a:pt x="182112" y="43622"/>
                  <a:pt x="175827" y="34706"/>
                  <a:pt x="172685" y="25279"/>
                </a:cubicBezTo>
                <a:cubicBezTo>
                  <a:pt x="153831" y="28421"/>
                  <a:pt x="131049" y="22766"/>
                  <a:pt x="116124" y="34706"/>
                </a:cubicBezTo>
                <a:cubicBezTo>
                  <a:pt x="108365" y="40913"/>
                  <a:pt x="144405" y="58273"/>
                  <a:pt x="134978" y="53559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任意多边形: 形状 98"/>
          <p:cNvSpPr/>
          <p:nvPr/>
        </p:nvSpPr>
        <p:spPr>
          <a:xfrm>
            <a:off x="8156980" y="3223947"/>
            <a:ext cx="111343" cy="152775"/>
          </a:xfrm>
          <a:custGeom>
            <a:avLst/>
            <a:gdLst>
              <a:gd name="connsiteX0" fmla="*/ 43314 w 111343"/>
              <a:gd name="connsiteY0" fmla="*/ 11373 h 152775"/>
              <a:gd name="connsiteX1" fmla="*/ 33887 w 111343"/>
              <a:gd name="connsiteY1" fmla="*/ 152775 h 152775"/>
              <a:gd name="connsiteX2" fmla="*/ 90448 w 111343"/>
              <a:gd name="connsiteY2" fmla="*/ 143349 h 152775"/>
              <a:gd name="connsiteX3" fmla="*/ 109301 w 111343"/>
              <a:gd name="connsiteY3" fmla="*/ 115068 h 152775"/>
              <a:gd name="connsiteX4" fmla="*/ 71594 w 111343"/>
              <a:gd name="connsiteY4" fmla="*/ 11373 h 152775"/>
              <a:gd name="connsiteX5" fmla="*/ 43314 w 111343"/>
              <a:gd name="connsiteY5" fmla="*/ 11373 h 152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343" h="152775">
                <a:moveTo>
                  <a:pt x="43314" y="11373"/>
                </a:moveTo>
                <a:cubicBezTo>
                  <a:pt x="37029" y="34940"/>
                  <a:pt x="-44626" y="152775"/>
                  <a:pt x="33887" y="152775"/>
                </a:cubicBezTo>
                <a:cubicBezTo>
                  <a:pt x="53001" y="152775"/>
                  <a:pt x="71594" y="146491"/>
                  <a:pt x="90448" y="143349"/>
                </a:cubicBezTo>
                <a:cubicBezTo>
                  <a:pt x="96732" y="133922"/>
                  <a:pt x="108360" y="126359"/>
                  <a:pt x="109301" y="115068"/>
                </a:cubicBezTo>
                <a:cubicBezTo>
                  <a:pt x="112490" y="76802"/>
                  <a:pt x="118029" y="22982"/>
                  <a:pt x="71594" y="11373"/>
                </a:cubicBezTo>
                <a:cubicBezTo>
                  <a:pt x="56352" y="7562"/>
                  <a:pt x="49599" y="-12194"/>
                  <a:pt x="43314" y="113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任意多边形: 形状 99"/>
          <p:cNvSpPr/>
          <p:nvPr/>
        </p:nvSpPr>
        <p:spPr>
          <a:xfrm>
            <a:off x="8825177" y="3855145"/>
            <a:ext cx="142432" cy="117097"/>
          </a:xfrm>
          <a:custGeom>
            <a:avLst/>
            <a:gdLst>
              <a:gd name="connsiteX0" fmla="*/ 103695 w 142432"/>
              <a:gd name="connsiteY0" fmla="*/ 2580 h 117097"/>
              <a:gd name="connsiteX1" fmla="*/ 141402 w 142432"/>
              <a:gd name="connsiteY1" fmla="*/ 68568 h 117097"/>
              <a:gd name="connsiteX2" fmla="*/ 131975 w 142432"/>
              <a:gd name="connsiteY2" fmla="*/ 96848 h 117097"/>
              <a:gd name="connsiteX3" fmla="*/ 94268 w 142432"/>
              <a:gd name="connsiteY3" fmla="*/ 87421 h 117097"/>
              <a:gd name="connsiteX4" fmla="*/ 47134 w 142432"/>
              <a:gd name="connsiteY4" fmla="*/ 96848 h 117097"/>
              <a:gd name="connsiteX5" fmla="*/ 18854 w 142432"/>
              <a:gd name="connsiteY5" fmla="*/ 115702 h 117097"/>
              <a:gd name="connsiteX6" fmla="*/ 0 w 142432"/>
              <a:gd name="connsiteY6" fmla="*/ 59141 h 117097"/>
              <a:gd name="connsiteX7" fmla="*/ 28280 w 142432"/>
              <a:gd name="connsiteY7" fmla="*/ 40287 h 117097"/>
              <a:gd name="connsiteX8" fmla="*/ 65988 w 142432"/>
              <a:gd name="connsiteY8" fmla="*/ 30860 h 117097"/>
              <a:gd name="connsiteX9" fmla="*/ 103695 w 142432"/>
              <a:gd name="connsiteY9" fmla="*/ 2580 h 117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2432" h="117097">
                <a:moveTo>
                  <a:pt x="103695" y="2580"/>
                </a:moveTo>
                <a:cubicBezTo>
                  <a:pt x="116264" y="8865"/>
                  <a:pt x="134122" y="44303"/>
                  <a:pt x="141402" y="68568"/>
                </a:cubicBezTo>
                <a:cubicBezTo>
                  <a:pt x="144257" y="78086"/>
                  <a:pt x="141201" y="93158"/>
                  <a:pt x="131975" y="96848"/>
                </a:cubicBezTo>
                <a:cubicBezTo>
                  <a:pt x="119946" y="101660"/>
                  <a:pt x="106837" y="90563"/>
                  <a:pt x="94268" y="87421"/>
                </a:cubicBezTo>
                <a:cubicBezTo>
                  <a:pt x="78557" y="90563"/>
                  <a:pt x="62136" y="91222"/>
                  <a:pt x="47134" y="96848"/>
                </a:cubicBezTo>
                <a:cubicBezTo>
                  <a:pt x="36526" y="100826"/>
                  <a:pt x="27701" y="122780"/>
                  <a:pt x="18854" y="115702"/>
                </a:cubicBezTo>
                <a:cubicBezTo>
                  <a:pt x="3335" y="103287"/>
                  <a:pt x="0" y="59141"/>
                  <a:pt x="0" y="59141"/>
                </a:cubicBezTo>
                <a:cubicBezTo>
                  <a:pt x="9427" y="52856"/>
                  <a:pt x="17867" y="44750"/>
                  <a:pt x="28280" y="40287"/>
                </a:cubicBezTo>
                <a:cubicBezTo>
                  <a:pt x="40189" y="35183"/>
                  <a:pt x="55208" y="38047"/>
                  <a:pt x="65988" y="30860"/>
                </a:cubicBezTo>
                <a:cubicBezTo>
                  <a:pt x="112330" y="-35"/>
                  <a:pt x="91126" y="-3705"/>
                  <a:pt x="103695" y="25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任意多边形: 形状 100"/>
          <p:cNvSpPr/>
          <p:nvPr/>
        </p:nvSpPr>
        <p:spPr>
          <a:xfrm rot="17062814">
            <a:off x="7931318" y="5148923"/>
            <a:ext cx="142199" cy="106638"/>
          </a:xfrm>
          <a:custGeom>
            <a:avLst/>
            <a:gdLst>
              <a:gd name="connsiteX0" fmla="*/ 75945 w 142199"/>
              <a:gd name="connsiteY0" fmla="*/ 12370 h 106638"/>
              <a:gd name="connsiteX1" fmla="*/ 141933 w 142199"/>
              <a:gd name="connsiteY1" fmla="*/ 68931 h 106638"/>
              <a:gd name="connsiteX2" fmla="*/ 132506 w 142199"/>
              <a:gd name="connsiteY2" fmla="*/ 106638 h 106638"/>
              <a:gd name="connsiteX3" fmla="*/ 75945 w 142199"/>
              <a:gd name="connsiteY3" fmla="*/ 97211 h 106638"/>
              <a:gd name="connsiteX4" fmla="*/ 47664 w 142199"/>
              <a:gd name="connsiteY4" fmla="*/ 87784 h 106638"/>
              <a:gd name="connsiteX5" fmla="*/ 9957 w 142199"/>
              <a:gd name="connsiteY5" fmla="*/ 78358 h 106638"/>
              <a:gd name="connsiteX6" fmla="*/ 9957 w 142199"/>
              <a:gd name="connsiteY6" fmla="*/ 21797 h 106638"/>
              <a:gd name="connsiteX7" fmla="*/ 38238 w 142199"/>
              <a:gd name="connsiteY7" fmla="*/ 12370 h 106638"/>
              <a:gd name="connsiteX8" fmla="*/ 75945 w 142199"/>
              <a:gd name="connsiteY8" fmla="*/ 12370 h 10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199" h="106638">
                <a:moveTo>
                  <a:pt x="75945" y="12370"/>
                </a:moveTo>
                <a:cubicBezTo>
                  <a:pt x="93227" y="21797"/>
                  <a:pt x="137852" y="40367"/>
                  <a:pt x="141933" y="68931"/>
                </a:cubicBezTo>
                <a:cubicBezTo>
                  <a:pt x="143765" y="81757"/>
                  <a:pt x="135648" y="94069"/>
                  <a:pt x="132506" y="106638"/>
                </a:cubicBezTo>
                <a:cubicBezTo>
                  <a:pt x="113652" y="103496"/>
                  <a:pt x="94604" y="101357"/>
                  <a:pt x="75945" y="97211"/>
                </a:cubicBezTo>
                <a:cubicBezTo>
                  <a:pt x="66245" y="95055"/>
                  <a:pt x="57219" y="90514"/>
                  <a:pt x="47664" y="87784"/>
                </a:cubicBezTo>
                <a:cubicBezTo>
                  <a:pt x="35207" y="84225"/>
                  <a:pt x="22526" y="81500"/>
                  <a:pt x="9957" y="78358"/>
                </a:cubicBezTo>
                <a:cubicBezTo>
                  <a:pt x="3672" y="59504"/>
                  <a:pt x="-8897" y="40650"/>
                  <a:pt x="9957" y="21797"/>
                </a:cubicBezTo>
                <a:cubicBezTo>
                  <a:pt x="16984" y="14771"/>
                  <a:pt x="28811" y="15512"/>
                  <a:pt x="38238" y="12370"/>
                </a:cubicBezTo>
                <a:cubicBezTo>
                  <a:pt x="71747" y="-9970"/>
                  <a:pt x="58663" y="2943"/>
                  <a:pt x="75945" y="1237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任意多边形: 形状 101"/>
          <p:cNvSpPr/>
          <p:nvPr/>
        </p:nvSpPr>
        <p:spPr>
          <a:xfrm>
            <a:off x="7896577" y="4166201"/>
            <a:ext cx="104990" cy="125961"/>
          </a:xfrm>
          <a:custGeom>
            <a:avLst/>
            <a:gdLst>
              <a:gd name="connsiteX0" fmla="*/ 103718 w 104990"/>
              <a:gd name="connsiteY0" fmla="*/ 59973 h 125961"/>
              <a:gd name="connsiteX1" fmla="*/ 94291 w 104990"/>
              <a:gd name="connsiteY1" fmla="*/ 3412 h 125961"/>
              <a:gd name="connsiteX2" fmla="*/ 56584 w 104990"/>
              <a:gd name="connsiteY2" fmla="*/ 12839 h 125961"/>
              <a:gd name="connsiteX3" fmla="*/ 37730 w 104990"/>
              <a:gd name="connsiteY3" fmla="*/ 41119 h 125961"/>
              <a:gd name="connsiteX4" fmla="*/ 9450 w 104990"/>
              <a:gd name="connsiteY4" fmla="*/ 59973 h 125961"/>
              <a:gd name="connsiteX5" fmla="*/ 28303 w 104990"/>
              <a:gd name="connsiteY5" fmla="*/ 107107 h 125961"/>
              <a:gd name="connsiteX6" fmla="*/ 84864 w 104990"/>
              <a:gd name="connsiteY6" fmla="*/ 125961 h 125961"/>
              <a:gd name="connsiteX7" fmla="*/ 103718 w 104990"/>
              <a:gd name="connsiteY7" fmla="*/ 59973 h 12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4990" h="125961">
                <a:moveTo>
                  <a:pt x="103718" y="59973"/>
                </a:moveTo>
                <a:cubicBezTo>
                  <a:pt x="105289" y="39548"/>
                  <a:pt x="107806" y="16927"/>
                  <a:pt x="94291" y="3412"/>
                </a:cubicBezTo>
                <a:cubicBezTo>
                  <a:pt x="85130" y="-5749"/>
                  <a:pt x="67364" y="5652"/>
                  <a:pt x="56584" y="12839"/>
                </a:cubicBezTo>
                <a:cubicBezTo>
                  <a:pt x="47157" y="19123"/>
                  <a:pt x="45741" y="33108"/>
                  <a:pt x="37730" y="41119"/>
                </a:cubicBezTo>
                <a:cubicBezTo>
                  <a:pt x="29719" y="49130"/>
                  <a:pt x="18877" y="53688"/>
                  <a:pt x="9450" y="59973"/>
                </a:cubicBezTo>
                <a:cubicBezTo>
                  <a:pt x="-1492" y="92797"/>
                  <a:pt x="-10603" y="89815"/>
                  <a:pt x="28303" y="107107"/>
                </a:cubicBezTo>
                <a:cubicBezTo>
                  <a:pt x="46464" y="115179"/>
                  <a:pt x="84864" y="125961"/>
                  <a:pt x="84864" y="125961"/>
                </a:cubicBezTo>
                <a:cubicBezTo>
                  <a:pt x="108947" y="89837"/>
                  <a:pt x="102147" y="80398"/>
                  <a:pt x="103718" y="599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任意多边形: 形状 102"/>
          <p:cNvSpPr/>
          <p:nvPr/>
        </p:nvSpPr>
        <p:spPr>
          <a:xfrm>
            <a:off x="9142599" y="3766510"/>
            <a:ext cx="131975" cy="128439"/>
          </a:xfrm>
          <a:custGeom>
            <a:avLst/>
            <a:gdLst>
              <a:gd name="connsiteX0" fmla="*/ 103695 w 131975"/>
              <a:gd name="connsiteY0" fmla="*/ 40251 h 128439"/>
              <a:gd name="connsiteX1" fmla="*/ 131975 w 131975"/>
              <a:gd name="connsiteY1" fmla="*/ 125092 h 128439"/>
              <a:gd name="connsiteX2" fmla="*/ 103695 w 131975"/>
              <a:gd name="connsiteY2" fmla="*/ 115665 h 128439"/>
              <a:gd name="connsiteX3" fmla="*/ 75414 w 131975"/>
              <a:gd name="connsiteY3" fmla="*/ 96812 h 128439"/>
              <a:gd name="connsiteX4" fmla="*/ 0 w 131975"/>
              <a:gd name="connsiteY4" fmla="*/ 77958 h 128439"/>
              <a:gd name="connsiteX5" fmla="*/ 9427 w 131975"/>
              <a:gd name="connsiteY5" fmla="*/ 2544 h 128439"/>
              <a:gd name="connsiteX6" fmla="*/ 37707 w 131975"/>
              <a:gd name="connsiteY6" fmla="*/ 11971 h 128439"/>
              <a:gd name="connsiteX7" fmla="*/ 103695 w 131975"/>
              <a:gd name="connsiteY7" fmla="*/ 40251 h 128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975" h="128439">
                <a:moveTo>
                  <a:pt x="103695" y="40251"/>
                </a:moveTo>
                <a:cubicBezTo>
                  <a:pt x="119406" y="59104"/>
                  <a:pt x="131975" y="95282"/>
                  <a:pt x="131975" y="125092"/>
                </a:cubicBezTo>
                <a:cubicBezTo>
                  <a:pt x="131975" y="135029"/>
                  <a:pt x="112583" y="120109"/>
                  <a:pt x="103695" y="115665"/>
                </a:cubicBezTo>
                <a:cubicBezTo>
                  <a:pt x="93561" y="110598"/>
                  <a:pt x="85548" y="101879"/>
                  <a:pt x="75414" y="96812"/>
                </a:cubicBezTo>
                <a:cubicBezTo>
                  <a:pt x="56088" y="87149"/>
                  <a:pt x="17930" y="81544"/>
                  <a:pt x="0" y="77958"/>
                </a:cubicBezTo>
                <a:cubicBezTo>
                  <a:pt x="3142" y="52820"/>
                  <a:pt x="-3142" y="24540"/>
                  <a:pt x="9427" y="2544"/>
                </a:cubicBezTo>
                <a:cubicBezTo>
                  <a:pt x="14357" y="-6083"/>
                  <a:pt x="28007" y="9816"/>
                  <a:pt x="37707" y="11971"/>
                </a:cubicBezTo>
                <a:cubicBezTo>
                  <a:pt x="107701" y="27525"/>
                  <a:pt x="87984" y="21398"/>
                  <a:pt x="103695" y="4025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任意多边形: 形状 103"/>
          <p:cNvSpPr/>
          <p:nvPr/>
        </p:nvSpPr>
        <p:spPr>
          <a:xfrm>
            <a:off x="9889862" y="4013801"/>
            <a:ext cx="144217" cy="79732"/>
          </a:xfrm>
          <a:custGeom>
            <a:avLst/>
            <a:gdLst>
              <a:gd name="connsiteX0" fmla="*/ 134819 w 144217"/>
              <a:gd name="connsiteY0" fmla="*/ 4317 h 79732"/>
              <a:gd name="connsiteX1" fmla="*/ 2844 w 144217"/>
              <a:gd name="connsiteY1" fmla="*/ 60878 h 79732"/>
              <a:gd name="connsiteX2" fmla="*/ 31124 w 144217"/>
              <a:gd name="connsiteY2" fmla="*/ 79732 h 79732"/>
              <a:gd name="connsiteX3" fmla="*/ 59405 w 144217"/>
              <a:gd name="connsiteY3" fmla="*/ 70305 h 79732"/>
              <a:gd name="connsiteX4" fmla="*/ 125392 w 144217"/>
              <a:gd name="connsiteY4" fmla="*/ 60878 h 79732"/>
              <a:gd name="connsiteX5" fmla="*/ 134819 w 144217"/>
              <a:gd name="connsiteY5" fmla="*/ 4317 h 7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217" h="79732">
                <a:moveTo>
                  <a:pt x="134819" y="4317"/>
                </a:moveTo>
                <a:cubicBezTo>
                  <a:pt x="114394" y="4317"/>
                  <a:pt x="-21188" y="-23238"/>
                  <a:pt x="2844" y="60878"/>
                </a:cubicBezTo>
                <a:cubicBezTo>
                  <a:pt x="5956" y="71772"/>
                  <a:pt x="21697" y="73447"/>
                  <a:pt x="31124" y="79732"/>
                </a:cubicBezTo>
                <a:cubicBezTo>
                  <a:pt x="40551" y="76590"/>
                  <a:pt x="49661" y="72254"/>
                  <a:pt x="59405" y="70305"/>
                </a:cubicBezTo>
                <a:cubicBezTo>
                  <a:pt x="81192" y="65947"/>
                  <a:pt x="110932" y="77748"/>
                  <a:pt x="125392" y="60878"/>
                </a:cubicBezTo>
                <a:cubicBezTo>
                  <a:pt x="137831" y="46366"/>
                  <a:pt x="155244" y="4317"/>
                  <a:pt x="134819" y="431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任意多边形: 形状 104"/>
          <p:cNvSpPr/>
          <p:nvPr/>
        </p:nvSpPr>
        <p:spPr>
          <a:xfrm>
            <a:off x="7676040" y="4775228"/>
            <a:ext cx="118463" cy="102094"/>
          </a:xfrm>
          <a:custGeom>
            <a:avLst/>
            <a:gdLst>
              <a:gd name="connsiteX0" fmla="*/ 4637 w 118463"/>
              <a:gd name="connsiteY0" fmla="*/ 380 h 102094"/>
              <a:gd name="connsiteX1" fmla="*/ 117758 w 118463"/>
              <a:gd name="connsiteY1" fmla="*/ 85221 h 102094"/>
              <a:gd name="connsiteX2" fmla="*/ 32917 w 118463"/>
              <a:gd name="connsiteY2" fmla="*/ 94648 h 102094"/>
              <a:gd name="connsiteX3" fmla="*/ 14063 w 118463"/>
              <a:gd name="connsiteY3" fmla="*/ 66367 h 102094"/>
              <a:gd name="connsiteX4" fmla="*/ 4637 w 118463"/>
              <a:gd name="connsiteY4" fmla="*/ 380 h 102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463" h="102094">
                <a:moveTo>
                  <a:pt x="4637" y="380"/>
                </a:moveTo>
                <a:cubicBezTo>
                  <a:pt x="21920" y="3522"/>
                  <a:pt x="104214" y="40075"/>
                  <a:pt x="117758" y="85221"/>
                </a:cubicBezTo>
                <a:cubicBezTo>
                  <a:pt x="125934" y="112475"/>
                  <a:pt x="60912" y="99738"/>
                  <a:pt x="32917" y="94648"/>
                </a:cubicBezTo>
                <a:cubicBezTo>
                  <a:pt x="21770" y="92621"/>
                  <a:pt x="20348" y="75794"/>
                  <a:pt x="14063" y="66367"/>
                </a:cubicBezTo>
                <a:cubicBezTo>
                  <a:pt x="24723" y="13070"/>
                  <a:pt x="-12646" y="-2762"/>
                  <a:pt x="4637" y="3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任意多边形: 形状 105"/>
          <p:cNvSpPr/>
          <p:nvPr/>
        </p:nvSpPr>
        <p:spPr>
          <a:xfrm rot="17062814">
            <a:off x="7889896" y="4672987"/>
            <a:ext cx="115359" cy="75414"/>
          </a:xfrm>
          <a:custGeom>
            <a:avLst/>
            <a:gdLst>
              <a:gd name="connsiteX0" fmla="*/ 115359 w 115359"/>
              <a:gd name="connsiteY0" fmla="*/ 75414 h 75414"/>
              <a:gd name="connsiteX1" fmla="*/ 68225 w 115359"/>
              <a:gd name="connsiteY1" fmla="*/ 56561 h 75414"/>
              <a:gd name="connsiteX2" fmla="*/ 2238 w 115359"/>
              <a:gd name="connsiteY2" fmla="*/ 47134 h 75414"/>
              <a:gd name="connsiteX3" fmla="*/ 21091 w 115359"/>
              <a:gd name="connsiteY3" fmla="*/ 18854 h 75414"/>
              <a:gd name="connsiteX4" fmla="*/ 49372 w 115359"/>
              <a:gd name="connsiteY4" fmla="*/ 0 h 75414"/>
              <a:gd name="connsiteX5" fmla="*/ 96506 w 115359"/>
              <a:gd name="connsiteY5" fmla="*/ 9427 h 75414"/>
              <a:gd name="connsiteX6" fmla="*/ 105933 w 115359"/>
              <a:gd name="connsiteY6" fmla="*/ 37707 h 75414"/>
              <a:gd name="connsiteX7" fmla="*/ 115359 w 115359"/>
              <a:gd name="connsiteY7" fmla="*/ 75414 h 75414"/>
              <a:gd name="connsiteX8" fmla="*/ 115359 w 115359"/>
              <a:gd name="connsiteY8" fmla="*/ 75414 h 75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359" h="75414">
                <a:moveTo>
                  <a:pt x="115359" y="75414"/>
                </a:moveTo>
                <a:cubicBezTo>
                  <a:pt x="107503" y="72272"/>
                  <a:pt x="84641" y="60665"/>
                  <a:pt x="68225" y="56561"/>
                </a:cubicBezTo>
                <a:cubicBezTo>
                  <a:pt x="46669" y="51172"/>
                  <a:pt x="19588" y="61014"/>
                  <a:pt x="2238" y="47134"/>
                </a:cubicBezTo>
                <a:cubicBezTo>
                  <a:pt x="-6609" y="40057"/>
                  <a:pt x="13080" y="26865"/>
                  <a:pt x="21091" y="18854"/>
                </a:cubicBezTo>
                <a:cubicBezTo>
                  <a:pt x="29102" y="10843"/>
                  <a:pt x="39945" y="6285"/>
                  <a:pt x="49372" y="0"/>
                </a:cubicBezTo>
                <a:cubicBezTo>
                  <a:pt x="65083" y="3142"/>
                  <a:pt x="83174" y="539"/>
                  <a:pt x="96506" y="9427"/>
                </a:cubicBezTo>
                <a:cubicBezTo>
                  <a:pt x="104774" y="14939"/>
                  <a:pt x="103203" y="28153"/>
                  <a:pt x="105933" y="37707"/>
                </a:cubicBezTo>
                <a:cubicBezTo>
                  <a:pt x="109492" y="50164"/>
                  <a:pt x="109565" y="63826"/>
                  <a:pt x="115359" y="75414"/>
                </a:cubicBezTo>
                <a:lnTo>
                  <a:pt x="115359" y="75414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任意多边形: 形状 106"/>
          <p:cNvSpPr/>
          <p:nvPr/>
        </p:nvSpPr>
        <p:spPr>
          <a:xfrm>
            <a:off x="7139927" y="4630759"/>
            <a:ext cx="110309" cy="113659"/>
          </a:xfrm>
          <a:custGeom>
            <a:avLst/>
            <a:gdLst>
              <a:gd name="connsiteX0" fmla="*/ 103698 w 110309"/>
              <a:gd name="connsiteY0" fmla="*/ 19391 h 113659"/>
              <a:gd name="connsiteX1" fmla="*/ 9430 w 110309"/>
              <a:gd name="connsiteY1" fmla="*/ 538 h 113659"/>
              <a:gd name="connsiteX2" fmla="*/ 3 w 110309"/>
              <a:gd name="connsiteY2" fmla="*/ 28818 h 113659"/>
              <a:gd name="connsiteX3" fmla="*/ 9430 w 110309"/>
              <a:gd name="connsiteY3" fmla="*/ 75952 h 113659"/>
              <a:gd name="connsiteX4" fmla="*/ 65991 w 110309"/>
              <a:gd name="connsiteY4" fmla="*/ 113659 h 113659"/>
              <a:gd name="connsiteX5" fmla="*/ 103698 w 110309"/>
              <a:gd name="connsiteY5" fmla="*/ 75952 h 113659"/>
              <a:gd name="connsiteX6" fmla="*/ 103698 w 110309"/>
              <a:gd name="connsiteY6" fmla="*/ 19391 h 11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309" h="113659">
                <a:moveTo>
                  <a:pt x="103698" y="19391"/>
                </a:moveTo>
                <a:cubicBezTo>
                  <a:pt x="87987" y="6822"/>
                  <a:pt x="41343" y="-2363"/>
                  <a:pt x="9430" y="538"/>
                </a:cubicBezTo>
                <a:cubicBezTo>
                  <a:pt x="-466" y="1438"/>
                  <a:pt x="3" y="18881"/>
                  <a:pt x="3" y="28818"/>
                </a:cubicBezTo>
                <a:cubicBezTo>
                  <a:pt x="3" y="44840"/>
                  <a:pt x="-407" y="63305"/>
                  <a:pt x="9430" y="75952"/>
                </a:cubicBezTo>
                <a:cubicBezTo>
                  <a:pt x="23341" y="93838"/>
                  <a:pt x="65991" y="113659"/>
                  <a:pt x="65991" y="113659"/>
                </a:cubicBezTo>
                <a:cubicBezTo>
                  <a:pt x="84845" y="107375"/>
                  <a:pt x="109983" y="107375"/>
                  <a:pt x="103698" y="75952"/>
                </a:cubicBezTo>
                <a:cubicBezTo>
                  <a:pt x="101955" y="67237"/>
                  <a:pt x="119409" y="31960"/>
                  <a:pt x="103698" y="1939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任意多边形: 形状 107"/>
          <p:cNvSpPr/>
          <p:nvPr/>
        </p:nvSpPr>
        <p:spPr>
          <a:xfrm rot="17062814">
            <a:off x="7466746" y="5367553"/>
            <a:ext cx="110034" cy="90251"/>
          </a:xfrm>
          <a:custGeom>
            <a:avLst/>
            <a:gdLst>
              <a:gd name="connsiteX0" fmla="*/ 101929 w 110034"/>
              <a:gd name="connsiteY0" fmla="*/ 5700 h 90251"/>
              <a:gd name="connsiteX1" fmla="*/ 92502 w 110034"/>
              <a:gd name="connsiteY1" fmla="*/ 81114 h 90251"/>
              <a:gd name="connsiteX2" fmla="*/ 7661 w 110034"/>
              <a:gd name="connsiteY2" fmla="*/ 71688 h 90251"/>
              <a:gd name="connsiteX3" fmla="*/ 17088 w 110034"/>
              <a:gd name="connsiteY3" fmla="*/ 15127 h 90251"/>
              <a:gd name="connsiteX4" fmla="*/ 101929 w 110034"/>
              <a:gd name="connsiteY4" fmla="*/ 5700 h 90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034" h="90251">
                <a:moveTo>
                  <a:pt x="101929" y="5700"/>
                </a:moveTo>
                <a:cubicBezTo>
                  <a:pt x="114498" y="16698"/>
                  <a:pt x="113256" y="66586"/>
                  <a:pt x="92502" y="81114"/>
                </a:cubicBezTo>
                <a:cubicBezTo>
                  <a:pt x="69191" y="97432"/>
                  <a:pt x="29075" y="90425"/>
                  <a:pt x="7661" y="71688"/>
                </a:cubicBezTo>
                <a:cubicBezTo>
                  <a:pt x="-6724" y="59102"/>
                  <a:pt x="698" y="24961"/>
                  <a:pt x="17088" y="15127"/>
                </a:cubicBezTo>
                <a:cubicBezTo>
                  <a:pt x="41338" y="577"/>
                  <a:pt x="89360" y="-5298"/>
                  <a:pt x="101929" y="570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任意多边形: 形状 108"/>
          <p:cNvSpPr/>
          <p:nvPr/>
        </p:nvSpPr>
        <p:spPr>
          <a:xfrm>
            <a:off x="9291590" y="3484802"/>
            <a:ext cx="159730" cy="98701"/>
          </a:xfrm>
          <a:custGeom>
            <a:avLst/>
            <a:gdLst>
              <a:gd name="connsiteX0" fmla="*/ 150828 w 159730"/>
              <a:gd name="connsiteY0" fmla="*/ 70421 h 98701"/>
              <a:gd name="connsiteX1" fmla="*/ 0 w 159730"/>
              <a:gd name="connsiteY1" fmla="*/ 32714 h 98701"/>
              <a:gd name="connsiteX2" fmla="*/ 9426 w 159730"/>
              <a:gd name="connsiteY2" fmla="*/ 60994 h 98701"/>
              <a:gd name="connsiteX3" fmla="*/ 37707 w 159730"/>
              <a:gd name="connsiteY3" fmla="*/ 51567 h 98701"/>
              <a:gd name="connsiteX4" fmla="*/ 75414 w 159730"/>
              <a:gd name="connsiteY4" fmla="*/ 89275 h 98701"/>
              <a:gd name="connsiteX5" fmla="*/ 103694 w 159730"/>
              <a:gd name="connsiteY5" fmla="*/ 98701 h 98701"/>
              <a:gd name="connsiteX6" fmla="*/ 131975 w 159730"/>
              <a:gd name="connsiteY6" fmla="*/ 89275 h 98701"/>
              <a:gd name="connsiteX7" fmla="*/ 141402 w 159730"/>
              <a:gd name="connsiteY7" fmla="*/ 60994 h 98701"/>
              <a:gd name="connsiteX8" fmla="*/ 150828 w 159730"/>
              <a:gd name="connsiteY8" fmla="*/ 70421 h 98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730" h="98701">
                <a:moveTo>
                  <a:pt x="150828" y="70421"/>
                </a:moveTo>
                <a:cubicBezTo>
                  <a:pt x="127261" y="65708"/>
                  <a:pt x="0" y="-56986"/>
                  <a:pt x="0" y="32714"/>
                </a:cubicBezTo>
                <a:cubicBezTo>
                  <a:pt x="0" y="42651"/>
                  <a:pt x="6284" y="51567"/>
                  <a:pt x="9426" y="60994"/>
                </a:cubicBezTo>
                <a:cubicBezTo>
                  <a:pt x="18853" y="57852"/>
                  <a:pt x="27770" y="51567"/>
                  <a:pt x="37707" y="51567"/>
                </a:cubicBezTo>
                <a:cubicBezTo>
                  <a:pt x="87982" y="51567"/>
                  <a:pt x="50276" y="64137"/>
                  <a:pt x="75414" y="89275"/>
                </a:cubicBezTo>
                <a:cubicBezTo>
                  <a:pt x="82440" y="96301"/>
                  <a:pt x="94267" y="95559"/>
                  <a:pt x="103694" y="98701"/>
                </a:cubicBezTo>
                <a:cubicBezTo>
                  <a:pt x="113121" y="95559"/>
                  <a:pt x="124949" y="96301"/>
                  <a:pt x="131975" y="89275"/>
                </a:cubicBezTo>
                <a:cubicBezTo>
                  <a:pt x="139002" y="82249"/>
                  <a:pt x="137712" y="70220"/>
                  <a:pt x="141402" y="60994"/>
                </a:cubicBezTo>
                <a:cubicBezTo>
                  <a:pt x="144011" y="54470"/>
                  <a:pt x="174395" y="75134"/>
                  <a:pt x="150828" y="7042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任意多边形: 形状 110"/>
          <p:cNvSpPr/>
          <p:nvPr/>
        </p:nvSpPr>
        <p:spPr>
          <a:xfrm rot="17062814">
            <a:off x="7490813" y="4653680"/>
            <a:ext cx="123854" cy="98627"/>
          </a:xfrm>
          <a:custGeom>
            <a:avLst/>
            <a:gdLst>
              <a:gd name="connsiteX0" fmla="*/ 57119 w 123854"/>
              <a:gd name="connsiteY0" fmla="*/ 37707 h 98627"/>
              <a:gd name="connsiteX1" fmla="*/ 47692 w 123854"/>
              <a:gd name="connsiteY1" fmla="*/ 94268 h 98627"/>
              <a:gd name="connsiteX2" fmla="*/ 9985 w 123854"/>
              <a:gd name="connsiteY2" fmla="*/ 84841 h 98627"/>
              <a:gd name="connsiteX3" fmla="*/ 47692 w 123854"/>
              <a:gd name="connsiteY3" fmla="*/ 0 h 98627"/>
              <a:gd name="connsiteX4" fmla="*/ 123106 w 123854"/>
              <a:gd name="connsiteY4" fmla="*/ 37707 h 98627"/>
              <a:gd name="connsiteX5" fmla="*/ 94826 w 123854"/>
              <a:gd name="connsiteY5" fmla="*/ 47134 h 98627"/>
              <a:gd name="connsiteX6" fmla="*/ 47692 w 123854"/>
              <a:gd name="connsiteY6" fmla="*/ 37707 h 98627"/>
              <a:gd name="connsiteX7" fmla="*/ 19411 w 123854"/>
              <a:gd name="connsiteY7" fmla="*/ 28280 h 98627"/>
              <a:gd name="connsiteX8" fmla="*/ 57119 w 123854"/>
              <a:gd name="connsiteY8" fmla="*/ 37707 h 9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854" h="98627">
                <a:moveTo>
                  <a:pt x="57119" y="37707"/>
                </a:moveTo>
                <a:cubicBezTo>
                  <a:pt x="61833" y="48705"/>
                  <a:pt x="61207" y="80753"/>
                  <a:pt x="47692" y="94268"/>
                </a:cubicBezTo>
                <a:cubicBezTo>
                  <a:pt x="38531" y="103429"/>
                  <a:pt x="14082" y="97132"/>
                  <a:pt x="9985" y="84841"/>
                </a:cubicBezTo>
                <a:cubicBezTo>
                  <a:pt x="-14532" y="11292"/>
                  <a:pt x="9175" y="12839"/>
                  <a:pt x="47692" y="0"/>
                </a:cubicBezTo>
                <a:cubicBezTo>
                  <a:pt x="49832" y="357"/>
                  <a:pt x="132532" y="4"/>
                  <a:pt x="123106" y="37707"/>
                </a:cubicBezTo>
                <a:cubicBezTo>
                  <a:pt x="120696" y="47347"/>
                  <a:pt x="104253" y="43992"/>
                  <a:pt x="94826" y="47134"/>
                </a:cubicBezTo>
                <a:cubicBezTo>
                  <a:pt x="79115" y="43992"/>
                  <a:pt x="63236" y="41593"/>
                  <a:pt x="47692" y="37707"/>
                </a:cubicBezTo>
                <a:cubicBezTo>
                  <a:pt x="38052" y="35297"/>
                  <a:pt x="11143" y="33792"/>
                  <a:pt x="19411" y="28280"/>
                </a:cubicBezTo>
                <a:cubicBezTo>
                  <a:pt x="35315" y="17678"/>
                  <a:pt x="52405" y="26709"/>
                  <a:pt x="57119" y="3770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任意多边形: 形状 111"/>
          <p:cNvSpPr/>
          <p:nvPr/>
        </p:nvSpPr>
        <p:spPr>
          <a:xfrm>
            <a:off x="7894129" y="3914482"/>
            <a:ext cx="109886" cy="99319"/>
          </a:xfrm>
          <a:custGeom>
            <a:avLst/>
            <a:gdLst>
              <a:gd name="connsiteX0" fmla="*/ 33729 w 109886"/>
              <a:gd name="connsiteY0" fmla="*/ 94604 h 99319"/>
              <a:gd name="connsiteX1" fmla="*/ 109143 w 109886"/>
              <a:gd name="connsiteY1" fmla="*/ 19190 h 99319"/>
              <a:gd name="connsiteX2" fmla="*/ 80863 w 109886"/>
              <a:gd name="connsiteY2" fmla="*/ 336 h 99319"/>
              <a:gd name="connsiteX3" fmla="*/ 24302 w 109886"/>
              <a:gd name="connsiteY3" fmla="*/ 9763 h 99319"/>
              <a:gd name="connsiteX4" fmla="*/ 14875 w 109886"/>
              <a:gd name="connsiteY4" fmla="*/ 85177 h 99319"/>
              <a:gd name="connsiteX5" fmla="*/ 33729 w 109886"/>
              <a:gd name="connsiteY5" fmla="*/ 94604 h 99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886" h="99319">
                <a:moveTo>
                  <a:pt x="33729" y="94604"/>
                </a:moveTo>
                <a:cubicBezTo>
                  <a:pt x="49440" y="83606"/>
                  <a:pt x="93244" y="50987"/>
                  <a:pt x="109143" y="19190"/>
                </a:cubicBezTo>
                <a:cubicBezTo>
                  <a:pt x="114210" y="9057"/>
                  <a:pt x="92123" y="1587"/>
                  <a:pt x="80863" y="336"/>
                </a:cubicBezTo>
                <a:cubicBezTo>
                  <a:pt x="61866" y="-1775"/>
                  <a:pt x="43156" y="6621"/>
                  <a:pt x="24302" y="9763"/>
                </a:cubicBezTo>
                <a:cubicBezTo>
                  <a:pt x="11269" y="29312"/>
                  <a:pt x="-17576" y="58135"/>
                  <a:pt x="14875" y="85177"/>
                </a:cubicBezTo>
                <a:cubicBezTo>
                  <a:pt x="26945" y="95235"/>
                  <a:pt x="18018" y="105602"/>
                  <a:pt x="33729" y="9460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任意多边形: 形状 113"/>
          <p:cNvSpPr/>
          <p:nvPr/>
        </p:nvSpPr>
        <p:spPr>
          <a:xfrm>
            <a:off x="8012636" y="4876286"/>
            <a:ext cx="182112" cy="97086"/>
          </a:xfrm>
          <a:custGeom>
            <a:avLst/>
            <a:gdLst>
              <a:gd name="connsiteX0" fmla="*/ 134978 w 182112"/>
              <a:gd name="connsiteY0" fmla="*/ 53559 h 97086"/>
              <a:gd name="connsiteX1" fmla="*/ 59563 w 182112"/>
              <a:gd name="connsiteY1" fmla="*/ 6425 h 97086"/>
              <a:gd name="connsiteX2" fmla="*/ 31283 w 182112"/>
              <a:gd name="connsiteY2" fmla="*/ 15852 h 97086"/>
              <a:gd name="connsiteX3" fmla="*/ 12429 w 182112"/>
              <a:gd name="connsiteY3" fmla="*/ 81840 h 97086"/>
              <a:gd name="connsiteX4" fmla="*/ 40709 w 182112"/>
              <a:gd name="connsiteY4" fmla="*/ 91267 h 97086"/>
              <a:gd name="connsiteX5" fmla="*/ 182112 w 182112"/>
              <a:gd name="connsiteY5" fmla="*/ 53559 h 97086"/>
              <a:gd name="connsiteX6" fmla="*/ 172685 w 182112"/>
              <a:gd name="connsiteY6" fmla="*/ 25279 h 97086"/>
              <a:gd name="connsiteX7" fmla="*/ 116124 w 182112"/>
              <a:gd name="connsiteY7" fmla="*/ 34706 h 97086"/>
              <a:gd name="connsiteX8" fmla="*/ 134978 w 182112"/>
              <a:gd name="connsiteY8" fmla="*/ 53559 h 9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112" h="97086">
                <a:moveTo>
                  <a:pt x="134978" y="53559"/>
                </a:moveTo>
                <a:cubicBezTo>
                  <a:pt x="125551" y="48845"/>
                  <a:pt x="114788" y="-21187"/>
                  <a:pt x="59563" y="6425"/>
                </a:cubicBezTo>
                <a:cubicBezTo>
                  <a:pt x="50675" y="10869"/>
                  <a:pt x="40710" y="12710"/>
                  <a:pt x="31283" y="15852"/>
                </a:cubicBezTo>
                <a:cubicBezTo>
                  <a:pt x="9763" y="37372"/>
                  <a:pt x="-15705" y="46673"/>
                  <a:pt x="12429" y="81840"/>
                </a:cubicBezTo>
                <a:cubicBezTo>
                  <a:pt x="18636" y="89599"/>
                  <a:pt x="31282" y="88125"/>
                  <a:pt x="40709" y="91267"/>
                </a:cubicBezTo>
                <a:cubicBezTo>
                  <a:pt x="78854" y="88542"/>
                  <a:pt x="182112" y="122011"/>
                  <a:pt x="182112" y="53559"/>
                </a:cubicBezTo>
                <a:cubicBezTo>
                  <a:pt x="182112" y="43622"/>
                  <a:pt x="175827" y="34706"/>
                  <a:pt x="172685" y="25279"/>
                </a:cubicBezTo>
                <a:cubicBezTo>
                  <a:pt x="153831" y="28421"/>
                  <a:pt x="131049" y="22766"/>
                  <a:pt x="116124" y="34706"/>
                </a:cubicBezTo>
                <a:cubicBezTo>
                  <a:pt x="108365" y="40913"/>
                  <a:pt x="144405" y="58273"/>
                  <a:pt x="134978" y="53559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任意多边形: 形状 114"/>
          <p:cNvSpPr/>
          <p:nvPr/>
        </p:nvSpPr>
        <p:spPr>
          <a:xfrm>
            <a:off x="8938997" y="4185796"/>
            <a:ext cx="111343" cy="152775"/>
          </a:xfrm>
          <a:custGeom>
            <a:avLst/>
            <a:gdLst>
              <a:gd name="connsiteX0" fmla="*/ 43314 w 111343"/>
              <a:gd name="connsiteY0" fmla="*/ 11373 h 152775"/>
              <a:gd name="connsiteX1" fmla="*/ 33887 w 111343"/>
              <a:gd name="connsiteY1" fmla="*/ 152775 h 152775"/>
              <a:gd name="connsiteX2" fmla="*/ 90448 w 111343"/>
              <a:gd name="connsiteY2" fmla="*/ 143349 h 152775"/>
              <a:gd name="connsiteX3" fmla="*/ 109301 w 111343"/>
              <a:gd name="connsiteY3" fmla="*/ 115068 h 152775"/>
              <a:gd name="connsiteX4" fmla="*/ 71594 w 111343"/>
              <a:gd name="connsiteY4" fmla="*/ 11373 h 152775"/>
              <a:gd name="connsiteX5" fmla="*/ 43314 w 111343"/>
              <a:gd name="connsiteY5" fmla="*/ 11373 h 152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343" h="152775">
                <a:moveTo>
                  <a:pt x="43314" y="11373"/>
                </a:moveTo>
                <a:cubicBezTo>
                  <a:pt x="37029" y="34940"/>
                  <a:pt x="-44626" y="152775"/>
                  <a:pt x="33887" y="152775"/>
                </a:cubicBezTo>
                <a:cubicBezTo>
                  <a:pt x="53001" y="152775"/>
                  <a:pt x="71594" y="146491"/>
                  <a:pt x="90448" y="143349"/>
                </a:cubicBezTo>
                <a:cubicBezTo>
                  <a:pt x="96732" y="133922"/>
                  <a:pt x="108360" y="126359"/>
                  <a:pt x="109301" y="115068"/>
                </a:cubicBezTo>
                <a:cubicBezTo>
                  <a:pt x="112490" y="76802"/>
                  <a:pt x="118029" y="22982"/>
                  <a:pt x="71594" y="11373"/>
                </a:cubicBezTo>
                <a:cubicBezTo>
                  <a:pt x="56352" y="7562"/>
                  <a:pt x="49599" y="-12194"/>
                  <a:pt x="43314" y="113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911090" y="3327400"/>
            <a:ext cx="3084195" cy="304609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命令“机器”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如何去做事情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(how)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这样不管你想要的是什么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(what)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它都会按照你的命令实现。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弧形 9"/>
          <p:cNvSpPr/>
          <p:nvPr/>
        </p:nvSpPr>
        <p:spPr>
          <a:xfrm rot="12761059">
            <a:off x="332806" y="244897"/>
            <a:ext cx="720000" cy="72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/>
          <p:cNvSpPr/>
          <p:nvPr/>
        </p:nvSpPr>
        <p:spPr>
          <a:xfrm>
            <a:off x="242806" y="154897"/>
            <a:ext cx="900000" cy="90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72847" y="312510"/>
            <a:ext cx="635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02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800000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1320799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590144" y="312510"/>
            <a:ext cx="1402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bg1"/>
                </a:solidFill>
              </a:rPr>
              <a:t>组件化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992959" y="1741804"/>
            <a:ext cx="2700000" cy="792000"/>
            <a:chOff x="1482294" y="2336799"/>
            <a:chExt cx="2700000" cy="792000"/>
          </a:xfrm>
        </p:grpSpPr>
        <p:sp>
          <p:nvSpPr>
            <p:cNvPr id="21" name="矩形: 圆角 20"/>
            <p:cNvSpPr/>
            <p:nvPr/>
          </p:nvSpPr>
          <p:spPr>
            <a:xfrm>
              <a:off x="1482294" y="2336799"/>
              <a:ext cx="2700000" cy="792000"/>
            </a:xfrm>
            <a:prstGeom prst="roundRect">
              <a:avLst/>
            </a:prstGeom>
            <a:solidFill>
              <a:schemeClr val="tx1">
                <a:lumMod val="75000"/>
                <a:lumOff val="25000"/>
                <a:alpha val="39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903934" y="2472054"/>
              <a:ext cx="1995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/>
                  </a:solidFill>
                </a:rPr>
                <a:t>组件化</a:t>
              </a:r>
              <a:endParaRPr lang="zh-CN" altLang="en-US" sz="28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4" name="直接连接符 23"/>
          <p:cNvCxnSpPr/>
          <p:nvPr/>
        </p:nvCxnSpPr>
        <p:spPr>
          <a:xfrm>
            <a:off x="707966" y="3327400"/>
            <a:ext cx="4320000" cy="0"/>
          </a:xfrm>
          <a:prstGeom prst="line">
            <a:avLst/>
          </a:prstGeom>
          <a:ln w="22225" cap="flat"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">
                  <a:schemeClr val="bg1">
                    <a:alpha val="50000"/>
                  </a:schemeClr>
                </a:gs>
                <a:gs pos="90000">
                  <a:schemeClr val="bg1">
                    <a:alpha val="50000"/>
                  </a:schemeClr>
                </a:gs>
                <a:gs pos="50000">
                  <a:schemeClr val="bg1">
                    <a:lumMod val="0"/>
                    <a:lumOff val="10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320165" y="3324225"/>
            <a:ext cx="573405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React的核心思想是组件封装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所有页面对象都以组件方式实现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各组件维护自己的状态和UI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当状态变更后将自动重新渲染UI。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业务组件 </a:t>
            </a:r>
            <a:r>
              <a:rPr lang="en-US" altLang="zh-CN" sz="2400" dirty="0">
                <a:solidFill>
                  <a:schemeClr val="bg1">
                    <a:lumMod val="95000"/>
                  </a:schemeClr>
                </a:solidFill>
              </a:rPr>
              <a:t>/ UI</a:t>
            </a:r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组件 </a:t>
            </a:r>
            <a:r>
              <a:rPr lang="en-US" altLang="zh-CN" sz="24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功能组件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9449706" y="205343"/>
            <a:ext cx="2520000" cy="2520000"/>
            <a:chOff x="6425711" y="582617"/>
            <a:chExt cx="2520000" cy="2520000"/>
          </a:xfrm>
        </p:grpSpPr>
        <p:sp>
          <p:nvSpPr>
            <p:cNvPr id="28" name="椭圆 27"/>
            <p:cNvSpPr/>
            <p:nvPr/>
          </p:nvSpPr>
          <p:spPr>
            <a:xfrm>
              <a:off x="6425711" y="582617"/>
              <a:ext cx="2520000" cy="2520000"/>
            </a:xfrm>
            <a:prstGeom prst="ellipse">
              <a:avLst/>
            </a:pr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弧形 28"/>
            <p:cNvSpPr/>
            <p:nvPr/>
          </p:nvSpPr>
          <p:spPr>
            <a:xfrm rot="12924155">
              <a:off x="7235711" y="1392617"/>
              <a:ext cx="900000" cy="900000"/>
            </a:xfrm>
            <a:prstGeom prst="arc">
              <a:avLst>
                <a:gd name="adj1" fmla="val 11529635"/>
                <a:gd name="adj2" fmla="val 8995229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弧形 29"/>
            <p:cNvSpPr/>
            <p:nvPr/>
          </p:nvSpPr>
          <p:spPr>
            <a:xfrm rot="13320332">
              <a:off x="7055711" y="1212617"/>
              <a:ext cx="1260000" cy="1260000"/>
            </a:xfrm>
            <a:prstGeom prst="arc">
              <a:avLst>
                <a:gd name="adj1" fmla="val 467427"/>
                <a:gd name="adj2" fmla="val 19703969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6785711" y="942617"/>
              <a:ext cx="1800000" cy="1800000"/>
            </a:xfrm>
            <a:prstGeom prst="ellipse">
              <a:avLst/>
            </a:prstGeom>
            <a:noFill/>
            <a:ln w="25400" cmpd="thinThick"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" name="任意多边形: 形状 36"/>
          <p:cNvSpPr/>
          <p:nvPr/>
        </p:nvSpPr>
        <p:spPr>
          <a:xfrm>
            <a:off x="6853287" y="1536569"/>
            <a:ext cx="103694" cy="18854"/>
          </a:xfrm>
          <a:custGeom>
            <a:avLst/>
            <a:gdLst>
              <a:gd name="connsiteX0" fmla="*/ 103694 w 103694"/>
              <a:gd name="connsiteY0" fmla="*/ 18854 h 18854"/>
              <a:gd name="connsiteX1" fmla="*/ 0 w 103694"/>
              <a:gd name="connsiteY1" fmla="*/ 0 h 18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694" h="18854">
                <a:moveTo>
                  <a:pt x="103694" y="18854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任意多边形: 形状 50"/>
          <p:cNvSpPr/>
          <p:nvPr/>
        </p:nvSpPr>
        <p:spPr>
          <a:xfrm>
            <a:off x="9587060" y="2829924"/>
            <a:ext cx="142432" cy="117097"/>
          </a:xfrm>
          <a:custGeom>
            <a:avLst/>
            <a:gdLst>
              <a:gd name="connsiteX0" fmla="*/ 103695 w 142432"/>
              <a:gd name="connsiteY0" fmla="*/ 2580 h 117097"/>
              <a:gd name="connsiteX1" fmla="*/ 141402 w 142432"/>
              <a:gd name="connsiteY1" fmla="*/ 68568 h 117097"/>
              <a:gd name="connsiteX2" fmla="*/ 131975 w 142432"/>
              <a:gd name="connsiteY2" fmla="*/ 96848 h 117097"/>
              <a:gd name="connsiteX3" fmla="*/ 94268 w 142432"/>
              <a:gd name="connsiteY3" fmla="*/ 87421 h 117097"/>
              <a:gd name="connsiteX4" fmla="*/ 47134 w 142432"/>
              <a:gd name="connsiteY4" fmla="*/ 96848 h 117097"/>
              <a:gd name="connsiteX5" fmla="*/ 18854 w 142432"/>
              <a:gd name="connsiteY5" fmla="*/ 115702 h 117097"/>
              <a:gd name="connsiteX6" fmla="*/ 0 w 142432"/>
              <a:gd name="connsiteY6" fmla="*/ 59141 h 117097"/>
              <a:gd name="connsiteX7" fmla="*/ 28280 w 142432"/>
              <a:gd name="connsiteY7" fmla="*/ 40287 h 117097"/>
              <a:gd name="connsiteX8" fmla="*/ 65988 w 142432"/>
              <a:gd name="connsiteY8" fmla="*/ 30860 h 117097"/>
              <a:gd name="connsiteX9" fmla="*/ 103695 w 142432"/>
              <a:gd name="connsiteY9" fmla="*/ 2580 h 117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2432" h="117097">
                <a:moveTo>
                  <a:pt x="103695" y="2580"/>
                </a:moveTo>
                <a:cubicBezTo>
                  <a:pt x="116264" y="8865"/>
                  <a:pt x="134122" y="44303"/>
                  <a:pt x="141402" y="68568"/>
                </a:cubicBezTo>
                <a:cubicBezTo>
                  <a:pt x="144257" y="78086"/>
                  <a:pt x="141201" y="93158"/>
                  <a:pt x="131975" y="96848"/>
                </a:cubicBezTo>
                <a:cubicBezTo>
                  <a:pt x="119946" y="101660"/>
                  <a:pt x="106837" y="90563"/>
                  <a:pt x="94268" y="87421"/>
                </a:cubicBezTo>
                <a:cubicBezTo>
                  <a:pt x="78557" y="90563"/>
                  <a:pt x="62136" y="91222"/>
                  <a:pt x="47134" y="96848"/>
                </a:cubicBezTo>
                <a:cubicBezTo>
                  <a:pt x="36526" y="100826"/>
                  <a:pt x="27701" y="122780"/>
                  <a:pt x="18854" y="115702"/>
                </a:cubicBezTo>
                <a:cubicBezTo>
                  <a:pt x="3335" y="103287"/>
                  <a:pt x="0" y="59141"/>
                  <a:pt x="0" y="59141"/>
                </a:cubicBezTo>
                <a:cubicBezTo>
                  <a:pt x="9427" y="52856"/>
                  <a:pt x="17867" y="44750"/>
                  <a:pt x="28280" y="40287"/>
                </a:cubicBezTo>
                <a:cubicBezTo>
                  <a:pt x="40189" y="35183"/>
                  <a:pt x="55208" y="38047"/>
                  <a:pt x="65988" y="30860"/>
                </a:cubicBezTo>
                <a:cubicBezTo>
                  <a:pt x="112330" y="-35"/>
                  <a:pt x="91126" y="-3705"/>
                  <a:pt x="103695" y="25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任意多边形: 形状 51"/>
          <p:cNvSpPr/>
          <p:nvPr/>
        </p:nvSpPr>
        <p:spPr>
          <a:xfrm>
            <a:off x="9685946" y="2533457"/>
            <a:ext cx="142199" cy="106638"/>
          </a:xfrm>
          <a:custGeom>
            <a:avLst/>
            <a:gdLst>
              <a:gd name="connsiteX0" fmla="*/ 75945 w 142199"/>
              <a:gd name="connsiteY0" fmla="*/ 12370 h 106638"/>
              <a:gd name="connsiteX1" fmla="*/ 141933 w 142199"/>
              <a:gd name="connsiteY1" fmla="*/ 68931 h 106638"/>
              <a:gd name="connsiteX2" fmla="*/ 132506 w 142199"/>
              <a:gd name="connsiteY2" fmla="*/ 106638 h 106638"/>
              <a:gd name="connsiteX3" fmla="*/ 75945 w 142199"/>
              <a:gd name="connsiteY3" fmla="*/ 97211 h 106638"/>
              <a:gd name="connsiteX4" fmla="*/ 47664 w 142199"/>
              <a:gd name="connsiteY4" fmla="*/ 87784 h 106638"/>
              <a:gd name="connsiteX5" fmla="*/ 9957 w 142199"/>
              <a:gd name="connsiteY5" fmla="*/ 78358 h 106638"/>
              <a:gd name="connsiteX6" fmla="*/ 9957 w 142199"/>
              <a:gd name="connsiteY6" fmla="*/ 21797 h 106638"/>
              <a:gd name="connsiteX7" fmla="*/ 38238 w 142199"/>
              <a:gd name="connsiteY7" fmla="*/ 12370 h 106638"/>
              <a:gd name="connsiteX8" fmla="*/ 75945 w 142199"/>
              <a:gd name="connsiteY8" fmla="*/ 12370 h 10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199" h="106638">
                <a:moveTo>
                  <a:pt x="75945" y="12370"/>
                </a:moveTo>
                <a:cubicBezTo>
                  <a:pt x="93227" y="21797"/>
                  <a:pt x="137852" y="40367"/>
                  <a:pt x="141933" y="68931"/>
                </a:cubicBezTo>
                <a:cubicBezTo>
                  <a:pt x="143765" y="81757"/>
                  <a:pt x="135648" y="94069"/>
                  <a:pt x="132506" y="106638"/>
                </a:cubicBezTo>
                <a:cubicBezTo>
                  <a:pt x="113652" y="103496"/>
                  <a:pt x="94604" y="101357"/>
                  <a:pt x="75945" y="97211"/>
                </a:cubicBezTo>
                <a:cubicBezTo>
                  <a:pt x="66245" y="95055"/>
                  <a:pt x="57219" y="90514"/>
                  <a:pt x="47664" y="87784"/>
                </a:cubicBezTo>
                <a:cubicBezTo>
                  <a:pt x="35207" y="84225"/>
                  <a:pt x="22526" y="81500"/>
                  <a:pt x="9957" y="78358"/>
                </a:cubicBezTo>
                <a:cubicBezTo>
                  <a:pt x="3672" y="59504"/>
                  <a:pt x="-8897" y="40650"/>
                  <a:pt x="9957" y="21797"/>
                </a:cubicBezTo>
                <a:cubicBezTo>
                  <a:pt x="16984" y="14771"/>
                  <a:pt x="28811" y="15512"/>
                  <a:pt x="38238" y="12370"/>
                </a:cubicBezTo>
                <a:cubicBezTo>
                  <a:pt x="71747" y="-9970"/>
                  <a:pt x="58663" y="2943"/>
                  <a:pt x="75945" y="1237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任意多边形: 形状 52"/>
          <p:cNvSpPr/>
          <p:nvPr/>
        </p:nvSpPr>
        <p:spPr>
          <a:xfrm>
            <a:off x="9605528" y="3792843"/>
            <a:ext cx="104990" cy="125961"/>
          </a:xfrm>
          <a:custGeom>
            <a:avLst/>
            <a:gdLst>
              <a:gd name="connsiteX0" fmla="*/ 103718 w 104990"/>
              <a:gd name="connsiteY0" fmla="*/ 59973 h 125961"/>
              <a:gd name="connsiteX1" fmla="*/ 94291 w 104990"/>
              <a:gd name="connsiteY1" fmla="*/ 3412 h 125961"/>
              <a:gd name="connsiteX2" fmla="*/ 56584 w 104990"/>
              <a:gd name="connsiteY2" fmla="*/ 12839 h 125961"/>
              <a:gd name="connsiteX3" fmla="*/ 37730 w 104990"/>
              <a:gd name="connsiteY3" fmla="*/ 41119 h 125961"/>
              <a:gd name="connsiteX4" fmla="*/ 9450 w 104990"/>
              <a:gd name="connsiteY4" fmla="*/ 59973 h 125961"/>
              <a:gd name="connsiteX5" fmla="*/ 28303 w 104990"/>
              <a:gd name="connsiteY5" fmla="*/ 107107 h 125961"/>
              <a:gd name="connsiteX6" fmla="*/ 84864 w 104990"/>
              <a:gd name="connsiteY6" fmla="*/ 125961 h 125961"/>
              <a:gd name="connsiteX7" fmla="*/ 103718 w 104990"/>
              <a:gd name="connsiteY7" fmla="*/ 59973 h 12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4990" h="125961">
                <a:moveTo>
                  <a:pt x="103718" y="59973"/>
                </a:moveTo>
                <a:cubicBezTo>
                  <a:pt x="105289" y="39548"/>
                  <a:pt x="107806" y="16927"/>
                  <a:pt x="94291" y="3412"/>
                </a:cubicBezTo>
                <a:cubicBezTo>
                  <a:pt x="85130" y="-5749"/>
                  <a:pt x="67364" y="5652"/>
                  <a:pt x="56584" y="12839"/>
                </a:cubicBezTo>
                <a:cubicBezTo>
                  <a:pt x="47157" y="19123"/>
                  <a:pt x="45741" y="33108"/>
                  <a:pt x="37730" y="41119"/>
                </a:cubicBezTo>
                <a:cubicBezTo>
                  <a:pt x="29719" y="49130"/>
                  <a:pt x="18877" y="53688"/>
                  <a:pt x="9450" y="59973"/>
                </a:cubicBezTo>
                <a:cubicBezTo>
                  <a:pt x="-1492" y="92797"/>
                  <a:pt x="-10603" y="89815"/>
                  <a:pt x="28303" y="107107"/>
                </a:cubicBezTo>
                <a:cubicBezTo>
                  <a:pt x="46464" y="115179"/>
                  <a:pt x="84864" y="125961"/>
                  <a:pt x="84864" y="125961"/>
                </a:cubicBezTo>
                <a:cubicBezTo>
                  <a:pt x="108947" y="89837"/>
                  <a:pt x="102147" y="80398"/>
                  <a:pt x="103718" y="599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任意多边形: 形状 53"/>
          <p:cNvSpPr/>
          <p:nvPr/>
        </p:nvSpPr>
        <p:spPr>
          <a:xfrm>
            <a:off x="9305468" y="2780801"/>
            <a:ext cx="131975" cy="128439"/>
          </a:xfrm>
          <a:custGeom>
            <a:avLst/>
            <a:gdLst>
              <a:gd name="connsiteX0" fmla="*/ 103695 w 131975"/>
              <a:gd name="connsiteY0" fmla="*/ 40251 h 128439"/>
              <a:gd name="connsiteX1" fmla="*/ 131975 w 131975"/>
              <a:gd name="connsiteY1" fmla="*/ 125092 h 128439"/>
              <a:gd name="connsiteX2" fmla="*/ 103695 w 131975"/>
              <a:gd name="connsiteY2" fmla="*/ 115665 h 128439"/>
              <a:gd name="connsiteX3" fmla="*/ 75414 w 131975"/>
              <a:gd name="connsiteY3" fmla="*/ 96812 h 128439"/>
              <a:gd name="connsiteX4" fmla="*/ 0 w 131975"/>
              <a:gd name="connsiteY4" fmla="*/ 77958 h 128439"/>
              <a:gd name="connsiteX5" fmla="*/ 9427 w 131975"/>
              <a:gd name="connsiteY5" fmla="*/ 2544 h 128439"/>
              <a:gd name="connsiteX6" fmla="*/ 37707 w 131975"/>
              <a:gd name="connsiteY6" fmla="*/ 11971 h 128439"/>
              <a:gd name="connsiteX7" fmla="*/ 103695 w 131975"/>
              <a:gd name="connsiteY7" fmla="*/ 40251 h 128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975" h="128439">
                <a:moveTo>
                  <a:pt x="103695" y="40251"/>
                </a:moveTo>
                <a:cubicBezTo>
                  <a:pt x="119406" y="59104"/>
                  <a:pt x="131975" y="95282"/>
                  <a:pt x="131975" y="125092"/>
                </a:cubicBezTo>
                <a:cubicBezTo>
                  <a:pt x="131975" y="135029"/>
                  <a:pt x="112583" y="120109"/>
                  <a:pt x="103695" y="115665"/>
                </a:cubicBezTo>
                <a:cubicBezTo>
                  <a:pt x="93561" y="110598"/>
                  <a:pt x="85548" y="101879"/>
                  <a:pt x="75414" y="96812"/>
                </a:cubicBezTo>
                <a:cubicBezTo>
                  <a:pt x="56088" y="87149"/>
                  <a:pt x="17930" y="81544"/>
                  <a:pt x="0" y="77958"/>
                </a:cubicBezTo>
                <a:cubicBezTo>
                  <a:pt x="3142" y="52820"/>
                  <a:pt x="-3142" y="24540"/>
                  <a:pt x="9427" y="2544"/>
                </a:cubicBezTo>
                <a:cubicBezTo>
                  <a:pt x="14357" y="-6083"/>
                  <a:pt x="28007" y="9816"/>
                  <a:pt x="37707" y="11971"/>
                </a:cubicBezTo>
                <a:cubicBezTo>
                  <a:pt x="107701" y="27525"/>
                  <a:pt x="87984" y="21398"/>
                  <a:pt x="103695" y="4025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任意多边形: 形状 54"/>
          <p:cNvSpPr/>
          <p:nvPr/>
        </p:nvSpPr>
        <p:spPr>
          <a:xfrm>
            <a:off x="8911970" y="3342843"/>
            <a:ext cx="144217" cy="79732"/>
          </a:xfrm>
          <a:custGeom>
            <a:avLst/>
            <a:gdLst>
              <a:gd name="connsiteX0" fmla="*/ 134819 w 144217"/>
              <a:gd name="connsiteY0" fmla="*/ 4317 h 79732"/>
              <a:gd name="connsiteX1" fmla="*/ 2844 w 144217"/>
              <a:gd name="connsiteY1" fmla="*/ 60878 h 79732"/>
              <a:gd name="connsiteX2" fmla="*/ 31124 w 144217"/>
              <a:gd name="connsiteY2" fmla="*/ 79732 h 79732"/>
              <a:gd name="connsiteX3" fmla="*/ 59405 w 144217"/>
              <a:gd name="connsiteY3" fmla="*/ 70305 h 79732"/>
              <a:gd name="connsiteX4" fmla="*/ 125392 w 144217"/>
              <a:gd name="connsiteY4" fmla="*/ 60878 h 79732"/>
              <a:gd name="connsiteX5" fmla="*/ 134819 w 144217"/>
              <a:gd name="connsiteY5" fmla="*/ 4317 h 7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217" h="79732">
                <a:moveTo>
                  <a:pt x="134819" y="4317"/>
                </a:moveTo>
                <a:cubicBezTo>
                  <a:pt x="114394" y="4317"/>
                  <a:pt x="-21188" y="-23238"/>
                  <a:pt x="2844" y="60878"/>
                </a:cubicBezTo>
                <a:cubicBezTo>
                  <a:pt x="5956" y="71772"/>
                  <a:pt x="21697" y="73447"/>
                  <a:pt x="31124" y="79732"/>
                </a:cubicBezTo>
                <a:cubicBezTo>
                  <a:pt x="40551" y="76590"/>
                  <a:pt x="49661" y="72254"/>
                  <a:pt x="59405" y="70305"/>
                </a:cubicBezTo>
                <a:cubicBezTo>
                  <a:pt x="81192" y="65947"/>
                  <a:pt x="110932" y="77748"/>
                  <a:pt x="125392" y="60878"/>
                </a:cubicBezTo>
                <a:cubicBezTo>
                  <a:pt x="137831" y="46366"/>
                  <a:pt x="155244" y="4317"/>
                  <a:pt x="134819" y="431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任意多边形: 形状 55"/>
          <p:cNvSpPr/>
          <p:nvPr/>
        </p:nvSpPr>
        <p:spPr>
          <a:xfrm>
            <a:off x="9044375" y="4464175"/>
            <a:ext cx="118463" cy="102094"/>
          </a:xfrm>
          <a:custGeom>
            <a:avLst/>
            <a:gdLst>
              <a:gd name="connsiteX0" fmla="*/ 4637 w 118463"/>
              <a:gd name="connsiteY0" fmla="*/ 380 h 102094"/>
              <a:gd name="connsiteX1" fmla="*/ 117758 w 118463"/>
              <a:gd name="connsiteY1" fmla="*/ 85221 h 102094"/>
              <a:gd name="connsiteX2" fmla="*/ 32917 w 118463"/>
              <a:gd name="connsiteY2" fmla="*/ 94648 h 102094"/>
              <a:gd name="connsiteX3" fmla="*/ 14063 w 118463"/>
              <a:gd name="connsiteY3" fmla="*/ 66367 h 102094"/>
              <a:gd name="connsiteX4" fmla="*/ 4637 w 118463"/>
              <a:gd name="connsiteY4" fmla="*/ 380 h 102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463" h="102094">
                <a:moveTo>
                  <a:pt x="4637" y="380"/>
                </a:moveTo>
                <a:cubicBezTo>
                  <a:pt x="21920" y="3522"/>
                  <a:pt x="104214" y="40075"/>
                  <a:pt x="117758" y="85221"/>
                </a:cubicBezTo>
                <a:cubicBezTo>
                  <a:pt x="125934" y="112475"/>
                  <a:pt x="60912" y="99738"/>
                  <a:pt x="32917" y="94648"/>
                </a:cubicBezTo>
                <a:cubicBezTo>
                  <a:pt x="21770" y="92621"/>
                  <a:pt x="20348" y="75794"/>
                  <a:pt x="14063" y="66367"/>
                </a:cubicBezTo>
                <a:cubicBezTo>
                  <a:pt x="24723" y="13070"/>
                  <a:pt x="-12646" y="-2762"/>
                  <a:pt x="4637" y="3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任意多边形: 形状 56"/>
          <p:cNvSpPr/>
          <p:nvPr/>
        </p:nvSpPr>
        <p:spPr>
          <a:xfrm>
            <a:off x="8831316" y="3579331"/>
            <a:ext cx="115359" cy="75414"/>
          </a:xfrm>
          <a:custGeom>
            <a:avLst/>
            <a:gdLst>
              <a:gd name="connsiteX0" fmla="*/ 115359 w 115359"/>
              <a:gd name="connsiteY0" fmla="*/ 75414 h 75414"/>
              <a:gd name="connsiteX1" fmla="*/ 68225 w 115359"/>
              <a:gd name="connsiteY1" fmla="*/ 56561 h 75414"/>
              <a:gd name="connsiteX2" fmla="*/ 2238 w 115359"/>
              <a:gd name="connsiteY2" fmla="*/ 47134 h 75414"/>
              <a:gd name="connsiteX3" fmla="*/ 21091 w 115359"/>
              <a:gd name="connsiteY3" fmla="*/ 18854 h 75414"/>
              <a:gd name="connsiteX4" fmla="*/ 49372 w 115359"/>
              <a:gd name="connsiteY4" fmla="*/ 0 h 75414"/>
              <a:gd name="connsiteX5" fmla="*/ 96506 w 115359"/>
              <a:gd name="connsiteY5" fmla="*/ 9427 h 75414"/>
              <a:gd name="connsiteX6" fmla="*/ 105933 w 115359"/>
              <a:gd name="connsiteY6" fmla="*/ 37707 h 75414"/>
              <a:gd name="connsiteX7" fmla="*/ 115359 w 115359"/>
              <a:gd name="connsiteY7" fmla="*/ 75414 h 75414"/>
              <a:gd name="connsiteX8" fmla="*/ 115359 w 115359"/>
              <a:gd name="connsiteY8" fmla="*/ 75414 h 75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359" h="75414">
                <a:moveTo>
                  <a:pt x="115359" y="75414"/>
                </a:moveTo>
                <a:cubicBezTo>
                  <a:pt x="107503" y="72272"/>
                  <a:pt x="84641" y="60665"/>
                  <a:pt x="68225" y="56561"/>
                </a:cubicBezTo>
                <a:cubicBezTo>
                  <a:pt x="46669" y="51172"/>
                  <a:pt x="19588" y="61014"/>
                  <a:pt x="2238" y="47134"/>
                </a:cubicBezTo>
                <a:cubicBezTo>
                  <a:pt x="-6609" y="40057"/>
                  <a:pt x="13080" y="26865"/>
                  <a:pt x="21091" y="18854"/>
                </a:cubicBezTo>
                <a:cubicBezTo>
                  <a:pt x="29102" y="10843"/>
                  <a:pt x="39945" y="6285"/>
                  <a:pt x="49372" y="0"/>
                </a:cubicBezTo>
                <a:cubicBezTo>
                  <a:pt x="65083" y="3142"/>
                  <a:pt x="83174" y="539"/>
                  <a:pt x="96506" y="9427"/>
                </a:cubicBezTo>
                <a:cubicBezTo>
                  <a:pt x="104774" y="14939"/>
                  <a:pt x="103203" y="28153"/>
                  <a:pt x="105933" y="37707"/>
                </a:cubicBezTo>
                <a:cubicBezTo>
                  <a:pt x="109492" y="50164"/>
                  <a:pt x="109565" y="63826"/>
                  <a:pt x="115359" y="75414"/>
                </a:cubicBezTo>
                <a:lnTo>
                  <a:pt x="115359" y="75414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任意多边形: 形状 57"/>
          <p:cNvSpPr/>
          <p:nvPr/>
        </p:nvSpPr>
        <p:spPr>
          <a:xfrm>
            <a:off x="10200953" y="3270570"/>
            <a:ext cx="110309" cy="113659"/>
          </a:xfrm>
          <a:custGeom>
            <a:avLst/>
            <a:gdLst>
              <a:gd name="connsiteX0" fmla="*/ 103698 w 110309"/>
              <a:gd name="connsiteY0" fmla="*/ 19391 h 113659"/>
              <a:gd name="connsiteX1" fmla="*/ 9430 w 110309"/>
              <a:gd name="connsiteY1" fmla="*/ 538 h 113659"/>
              <a:gd name="connsiteX2" fmla="*/ 3 w 110309"/>
              <a:gd name="connsiteY2" fmla="*/ 28818 h 113659"/>
              <a:gd name="connsiteX3" fmla="*/ 9430 w 110309"/>
              <a:gd name="connsiteY3" fmla="*/ 75952 h 113659"/>
              <a:gd name="connsiteX4" fmla="*/ 65991 w 110309"/>
              <a:gd name="connsiteY4" fmla="*/ 113659 h 113659"/>
              <a:gd name="connsiteX5" fmla="*/ 103698 w 110309"/>
              <a:gd name="connsiteY5" fmla="*/ 75952 h 113659"/>
              <a:gd name="connsiteX6" fmla="*/ 103698 w 110309"/>
              <a:gd name="connsiteY6" fmla="*/ 19391 h 11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309" h="113659">
                <a:moveTo>
                  <a:pt x="103698" y="19391"/>
                </a:moveTo>
                <a:cubicBezTo>
                  <a:pt x="87987" y="6822"/>
                  <a:pt x="41343" y="-2363"/>
                  <a:pt x="9430" y="538"/>
                </a:cubicBezTo>
                <a:cubicBezTo>
                  <a:pt x="-466" y="1438"/>
                  <a:pt x="3" y="18881"/>
                  <a:pt x="3" y="28818"/>
                </a:cubicBezTo>
                <a:cubicBezTo>
                  <a:pt x="3" y="44840"/>
                  <a:pt x="-407" y="63305"/>
                  <a:pt x="9430" y="75952"/>
                </a:cubicBezTo>
                <a:cubicBezTo>
                  <a:pt x="23341" y="93838"/>
                  <a:pt x="65991" y="113659"/>
                  <a:pt x="65991" y="113659"/>
                </a:cubicBezTo>
                <a:cubicBezTo>
                  <a:pt x="84845" y="107375"/>
                  <a:pt x="109983" y="107375"/>
                  <a:pt x="103698" y="75952"/>
                </a:cubicBezTo>
                <a:cubicBezTo>
                  <a:pt x="101955" y="67237"/>
                  <a:pt x="119409" y="31960"/>
                  <a:pt x="103698" y="1939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任意多边形: 形状 58"/>
          <p:cNvSpPr/>
          <p:nvPr/>
        </p:nvSpPr>
        <p:spPr>
          <a:xfrm>
            <a:off x="9236573" y="4041358"/>
            <a:ext cx="110034" cy="90251"/>
          </a:xfrm>
          <a:custGeom>
            <a:avLst/>
            <a:gdLst>
              <a:gd name="connsiteX0" fmla="*/ 101929 w 110034"/>
              <a:gd name="connsiteY0" fmla="*/ 5700 h 90251"/>
              <a:gd name="connsiteX1" fmla="*/ 92502 w 110034"/>
              <a:gd name="connsiteY1" fmla="*/ 81114 h 90251"/>
              <a:gd name="connsiteX2" fmla="*/ 7661 w 110034"/>
              <a:gd name="connsiteY2" fmla="*/ 71688 h 90251"/>
              <a:gd name="connsiteX3" fmla="*/ 17088 w 110034"/>
              <a:gd name="connsiteY3" fmla="*/ 15127 h 90251"/>
              <a:gd name="connsiteX4" fmla="*/ 101929 w 110034"/>
              <a:gd name="connsiteY4" fmla="*/ 5700 h 90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034" h="90251">
                <a:moveTo>
                  <a:pt x="101929" y="5700"/>
                </a:moveTo>
                <a:cubicBezTo>
                  <a:pt x="114498" y="16698"/>
                  <a:pt x="113256" y="66586"/>
                  <a:pt x="92502" y="81114"/>
                </a:cubicBezTo>
                <a:cubicBezTo>
                  <a:pt x="69191" y="97432"/>
                  <a:pt x="29075" y="90425"/>
                  <a:pt x="7661" y="71688"/>
                </a:cubicBezTo>
                <a:cubicBezTo>
                  <a:pt x="-6724" y="59102"/>
                  <a:pt x="698" y="24961"/>
                  <a:pt x="17088" y="15127"/>
                </a:cubicBezTo>
                <a:cubicBezTo>
                  <a:pt x="41338" y="577"/>
                  <a:pt x="89360" y="-5298"/>
                  <a:pt x="101929" y="570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: 形状 59"/>
          <p:cNvSpPr/>
          <p:nvPr/>
        </p:nvSpPr>
        <p:spPr>
          <a:xfrm>
            <a:off x="9407612" y="4563040"/>
            <a:ext cx="159730" cy="98701"/>
          </a:xfrm>
          <a:custGeom>
            <a:avLst/>
            <a:gdLst>
              <a:gd name="connsiteX0" fmla="*/ 150828 w 159730"/>
              <a:gd name="connsiteY0" fmla="*/ 70421 h 98701"/>
              <a:gd name="connsiteX1" fmla="*/ 0 w 159730"/>
              <a:gd name="connsiteY1" fmla="*/ 32714 h 98701"/>
              <a:gd name="connsiteX2" fmla="*/ 9426 w 159730"/>
              <a:gd name="connsiteY2" fmla="*/ 60994 h 98701"/>
              <a:gd name="connsiteX3" fmla="*/ 37707 w 159730"/>
              <a:gd name="connsiteY3" fmla="*/ 51567 h 98701"/>
              <a:gd name="connsiteX4" fmla="*/ 75414 w 159730"/>
              <a:gd name="connsiteY4" fmla="*/ 89275 h 98701"/>
              <a:gd name="connsiteX5" fmla="*/ 103694 w 159730"/>
              <a:gd name="connsiteY5" fmla="*/ 98701 h 98701"/>
              <a:gd name="connsiteX6" fmla="*/ 131975 w 159730"/>
              <a:gd name="connsiteY6" fmla="*/ 89275 h 98701"/>
              <a:gd name="connsiteX7" fmla="*/ 141402 w 159730"/>
              <a:gd name="connsiteY7" fmla="*/ 60994 h 98701"/>
              <a:gd name="connsiteX8" fmla="*/ 150828 w 159730"/>
              <a:gd name="connsiteY8" fmla="*/ 70421 h 98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730" h="98701">
                <a:moveTo>
                  <a:pt x="150828" y="70421"/>
                </a:moveTo>
                <a:cubicBezTo>
                  <a:pt x="127261" y="65708"/>
                  <a:pt x="0" y="-56986"/>
                  <a:pt x="0" y="32714"/>
                </a:cubicBezTo>
                <a:cubicBezTo>
                  <a:pt x="0" y="42651"/>
                  <a:pt x="6284" y="51567"/>
                  <a:pt x="9426" y="60994"/>
                </a:cubicBezTo>
                <a:cubicBezTo>
                  <a:pt x="18853" y="57852"/>
                  <a:pt x="27770" y="51567"/>
                  <a:pt x="37707" y="51567"/>
                </a:cubicBezTo>
                <a:cubicBezTo>
                  <a:pt x="87982" y="51567"/>
                  <a:pt x="50276" y="64137"/>
                  <a:pt x="75414" y="89275"/>
                </a:cubicBezTo>
                <a:cubicBezTo>
                  <a:pt x="82440" y="96301"/>
                  <a:pt x="94267" y="95559"/>
                  <a:pt x="103694" y="98701"/>
                </a:cubicBezTo>
                <a:cubicBezTo>
                  <a:pt x="113121" y="95559"/>
                  <a:pt x="124949" y="96301"/>
                  <a:pt x="131975" y="89275"/>
                </a:cubicBezTo>
                <a:cubicBezTo>
                  <a:pt x="139002" y="82249"/>
                  <a:pt x="137712" y="70220"/>
                  <a:pt x="141402" y="60994"/>
                </a:cubicBezTo>
                <a:cubicBezTo>
                  <a:pt x="144011" y="54470"/>
                  <a:pt x="174395" y="75134"/>
                  <a:pt x="150828" y="7042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任意多边形: 形状 60"/>
          <p:cNvSpPr/>
          <p:nvPr/>
        </p:nvSpPr>
        <p:spPr>
          <a:xfrm>
            <a:off x="7298000" y="3985897"/>
            <a:ext cx="88042" cy="126071"/>
          </a:xfrm>
          <a:custGeom>
            <a:avLst/>
            <a:gdLst>
              <a:gd name="connsiteX0" fmla="*/ 75414 w 88042"/>
              <a:gd name="connsiteY0" fmla="*/ 3523 h 126071"/>
              <a:gd name="connsiteX1" fmla="*/ 84841 w 88042"/>
              <a:gd name="connsiteY1" fmla="*/ 88364 h 126071"/>
              <a:gd name="connsiteX2" fmla="*/ 56561 w 88042"/>
              <a:gd name="connsiteY2" fmla="*/ 97791 h 126071"/>
              <a:gd name="connsiteX3" fmla="*/ 47134 w 88042"/>
              <a:gd name="connsiteY3" fmla="*/ 126071 h 126071"/>
              <a:gd name="connsiteX4" fmla="*/ 0 w 88042"/>
              <a:gd name="connsiteY4" fmla="*/ 41230 h 126071"/>
              <a:gd name="connsiteX5" fmla="*/ 75414 w 88042"/>
              <a:gd name="connsiteY5" fmla="*/ 3523 h 12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042" h="126071">
                <a:moveTo>
                  <a:pt x="75414" y="3523"/>
                </a:moveTo>
                <a:cubicBezTo>
                  <a:pt x="89554" y="11379"/>
                  <a:pt x="90421" y="60462"/>
                  <a:pt x="84841" y="88364"/>
                </a:cubicBezTo>
                <a:cubicBezTo>
                  <a:pt x="82892" y="98108"/>
                  <a:pt x="63587" y="90765"/>
                  <a:pt x="56561" y="97791"/>
                </a:cubicBezTo>
                <a:cubicBezTo>
                  <a:pt x="49535" y="104817"/>
                  <a:pt x="50276" y="116644"/>
                  <a:pt x="47134" y="126071"/>
                </a:cubicBezTo>
                <a:cubicBezTo>
                  <a:pt x="3915" y="61243"/>
                  <a:pt x="16592" y="91007"/>
                  <a:pt x="0" y="41230"/>
                </a:cubicBezTo>
                <a:cubicBezTo>
                  <a:pt x="14396" y="-1955"/>
                  <a:pt x="61274" y="-4333"/>
                  <a:pt x="75414" y="352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任意多边形: 形状 61"/>
          <p:cNvSpPr/>
          <p:nvPr/>
        </p:nvSpPr>
        <p:spPr>
          <a:xfrm>
            <a:off x="8071725" y="3570797"/>
            <a:ext cx="123854" cy="98627"/>
          </a:xfrm>
          <a:custGeom>
            <a:avLst/>
            <a:gdLst>
              <a:gd name="connsiteX0" fmla="*/ 57119 w 123854"/>
              <a:gd name="connsiteY0" fmla="*/ 37707 h 98627"/>
              <a:gd name="connsiteX1" fmla="*/ 47692 w 123854"/>
              <a:gd name="connsiteY1" fmla="*/ 94268 h 98627"/>
              <a:gd name="connsiteX2" fmla="*/ 9985 w 123854"/>
              <a:gd name="connsiteY2" fmla="*/ 84841 h 98627"/>
              <a:gd name="connsiteX3" fmla="*/ 47692 w 123854"/>
              <a:gd name="connsiteY3" fmla="*/ 0 h 98627"/>
              <a:gd name="connsiteX4" fmla="*/ 123106 w 123854"/>
              <a:gd name="connsiteY4" fmla="*/ 37707 h 98627"/>
              <a:gd name="connsiteX5" fmla="*/ 94826 w 123854"/>
              <a:gd name="connsiteY5" fmla="*/ 47134 h 98627"/>
              <a:gd name="connsiteX6" fmla="*/ 47692 w 123854"/>
              <a:gd name="connsiteY6" fmla="*/ 37707 h 98627"/>
              <a:gd name="connsiteX7" fmla="*/ 19411 w 123854"/>
              <a:gd name="connsiteY7" fmla="*/ 28280 h 98627"/>
              <a:gd name="connsiteX8" fmla="*/ 57119 w 123854"/>
              <a:gd name="connsiteY8" fmla="*/ 37707 h 9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854" h="98627">
                <a:moveTo>
                  <a:pt x="57119" y="37707"/>
                </a:moveTo>
                <a:cubicBezTo>
                  <a:pt x="61833" y="48705"/>
                  <a:pt x="61207" y="80753"/>
                  <a:pt x="47692" y="94268"/>
                </a:cubicBezTo>
                <a:cubicBezTo>
                  <a:pt x="38531" y="103429"/>
                  <a:pt x="14082" y="97132"/>
                  <a:pt x="9985" y="84841"/>
                </a:cubicBezTo>
                <a:cubicBezTo>
                  <a:pt x="-14532" y="11292"/>
                  <a:pt x="9175" y="12839"/>
                  <a:pt x="47692" y="0"/>
                </a:cubicBezTo>
                <a:cubicBezTo>
                  <a:pt x="49832" y="357"/>
                  <a:pt x="132532" y="4"/>
                  <a:pt x="123106" y="37707"/>
                </a:cubicBezTo>
                <a:cubicBezTo>
                  <a:pt x="120696" y="47347"/>
                  <a:pt x="104253" y="43992"/>
                  <a:pt x="94826" y="47134"/>
                </a:cubicBezTo>
                <a:cubicBezTo>
                  <a:pt x="79115" y="43992"/>
                  <a:pt x="63236" y="41593"/>
                  <a:pt x="47692" y="37707"/>
                </a:cubicBezTo>
                <a:cubicBezTo>
                  <a:pt x="38052" y="35297"/>
                  <a:pt x="11143" y="33792"/>
                  <a:pt x="19411" y="28280"/>
                </a:cubicBezTo>
                <a:cubicBezTo>
                  <a:pt x="35315" y="17678"/>
                  <a:pt x="52405" y="26709"/>
                  <a:pt x="57119" y="3770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8630358" y="4805385"/>
            <a:ext cx="109886" cy="99319"/>
          </a:xfrm>
          <a:custGeom>
            <a:avLst/>
            <a:gdLst>
              <a:gd name="connsiteX0" fmla="*/ 33729 w 109886"/>
              <a:gd name="connsiteY0" fmla="*/ 94604 h 99319"/>
              <a:gd name="connsiteX1" fmla="*/ 109143 w 109886"/>
              <a:gd name="connsiteY1" fmla="*/ 19190 h 99319"/>
              <a:gd name="connsiteX2" fmla="*/ 80863 w 109886"/>
              <a:gd name="connsiteY2" fmla="*/ 336 h 99319"/>
              <a:gd name="connsiteX3" fmla="*/ 24302 w 109886"/>
              <a:gd name="connsiteY3" fmla="*/ 9763 h 99319"/>
              <a:gd name="connsiteX4" fmla="*/ 14875 w 109886"/>
              <a:gd name="connsiteY4" fmla="*/ 85177 h 99319"/>
              <a:gd name="connsiteX5" fmla="*/ 33729 w 109886"/>
              <a:gd name="connsiteY5" fmla="*/ 94604 h 99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886" h="99319">
                <a:moveTo>
                  <a:pt x="33729" y="94604"/>
                </a:moveTo>
                <a:cubicBezTo>
                  <a:pt x="49440" y="83606"/>
                  <a:pt x="93244" y="50987"/>
                  <a:pt x="109143" y="19190"/>
                </a:cubicBezTo>
                <a:cubicBezTo>
                  <a:pt x="114210" y="9057"/>
                  <a:pt x="92123" y="1587"/>
                  <a:pt x="80863" y="336"/>
                </a:cubicBezTo>
                <a:cubicBezTo>
                  <a:pt x="61866" y="-1775"/>
                  <a:pt x="43156" y="6621"/>
                  <a:pt x="24302" y="9763"/>
                </a:cubicBezTo>
                <a:cubicBezTo>
                  <a:pt x="11269" y="29312"/>
                  <a:pt x="-17576" y="58135"/>
                  <a:pt x="14875" y="85177"/>
                </a:cubicBezTo>
                <a:cubicBezTo>
                  <a:pt x="26945" y="95235"/>
                  <a:pt x="18018" y="105602"/>
                  <a:pt x="33729" y="9460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任意多边形: 形状 64"/>
          <p:cNvSpPr/>
          <p:nvPr/>
        </p:nvSpPr>
        <p:spPr>
          <a:xfrm>
            <a:off x="8195579" y="4348218"/>
            <a:ext cx="98714" cy="151527"/>
          </a:xfrm>
          <a:custGeom>
            <a:avLst/>
            <a:gdLst>
              <a:gd name="connsiteX0" fmla="*/ 65988 w 98714"/>
              <a:gd name="connsiteY0" fmla="*/ 130134 h 151527"/>
              <a:gd name="connsiteX1" fmla="*/ 94268 w 98714"/>
              <a:gd name="connsiteY1" fmla="*/ 35866 h 151527"/>
              <a:gd name="connsiteX2" fmla="*/ 0 w 98714"/>
              <a:gd name="connsiteY2" fmla="*/ 73573 h 151527"/>
              <a:gd name="connsiteX3" fmla="*/ 9427 w 98714"/>
              <a:gd name="connsiteY3" fmla="*/ 139561 h 151527"/>
              <a:gd name="connsiteX4" fmla="*/ 75415 w 98714"/>
              <a:gd name="connsiteY4" fmla="*/ 139561 h 151527"/>
              <a:gd name="connsiteX5" fmla="*/ 65988 w 98714"/>
              <a:gd name="connsiteY5" fmla="*/ 130134 h 15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714" h="151527">
                <a:moveTo>
                  <a:pt x="65988" y="130134"/>
                </a:moveTo>
                <a:cubicBezTo>
                  <a:pt x="69130" y="112851"/>
                  <a:pt x="112466" y="63162"/>
                  <a:pt x="94268" y="35866"/>
                </a:cubicBezTo>
                <a:cubicBezTo>
                  <a:pt x="33463" y="-55341"/>
                  <a:pt x="6583" y="53825"/>
                  <a:pt x="0" y="73573"/>
                </a:cubicBezTo>
                <a:cubicBezTo>
                  <a:pt x="3142" y="95569"/>
                  <a:pt x="-2349" y="120719"/>
                  <a:pt x="9427" y="139561"/>
                </a:cubicBezTo>
                <a:cubicBezTo>
                  <a:pt x="25182" y="164770"/>
                  <a:pt x="59074" y="142829"/>
                  <a:pt x="75415" y="139561"/>
                </a:cubicBezTo>
                <a:cubicBezTo>
                  <a:pt x="81577" y="138329"/>
                  <a:pt x="62846" y="147417"/>
                  <a:pt x="65988" y="13013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任意多边形: 形状 65"/>
          <p:cNvSpPr/>
          <p:nvPr/>
        </p:nvSpPr>
        <p:spPr>
          <a:xfrm>
            <a:off x="8617556" y="2977692"/>
            <a:ext cx="182112" cy="97086"/>
          </a:xfrm>
          <a:custGeom>
            <a:avLst/>
            <a:gdLst>
              <a:gd name="connsiteX0" fmla="*/ 134978 w 182112"/>
              <a:gd name="connsiteY0" fmla="*/ 53559 h 97086"/>
              <a:gd name="connsiteX1" fmla="*/ 59563 w 182112"/>
              <a:gd name="connsiteY1" fmla="*/ 6425 h 97086"/>
              <a:gd name="connsiteX2" fmla="*/ 31283 w 182112"/>
              <a:gd name="connsiteY2" fmla="*/ 15852 h 97086"/>
              <a:gd name="connsiteX3" fmla="*/ 12429 w 182112"/>
              <a:gd name="connsiteY3" fmla="*/ 81840 h 97086"/>
              <a:gd name="connsiteX4" fmla="*/ 40709 w 182112"/>
              <a:gd name="connsiteY4" fmla="*/ 91267 h 97086"/>
              <a:gd name="connsiteX5" fmla="*/ 182112 w 182112"/>
              <a:gd name="connsiteY5" fmla="*/ 53559 h 97086"/>
              <a:gd name="connsiteX6" fmla="*/ 172685 w 182112"/>
              <a:gd name="connsiteY6" fmla="*/ 25279 h 97086"/>
              <a:gd name="connsiteX7" fmla="*/ 116124 w 182112"/>
              <a:gd name="connsiteY7" fmla="*/ 34706 h 97086"/>
              <a:gd name="connsiteX8" fmla="*/ 134978 w 182112"/>
              <a:gd name="connsiteY8" fmla="*/ 53559 h 9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112" h="97086">
                <a:moveTo>
                  <a:pt x="134978" y="53559"/>
                </a:moveTo>
                <a:cubicBezTo>
                  <a:pt x="125551" y="48845"/>
                  <a:pt x="114788" y="-21187"/>
                  <a:pt x="59563" y="6425"/>
                </a:cubicBezTo>
                <a:cubicBezTo>
                  <a:pt x="50675" y="10869"/>
                  <a:pt x="40710" y="12710"/>
                  <a:pt x="31283" y="15852"/>
                </a:cubicBezTo>
                <a:cubicBezTo>
                  <a:pt x="9763" y="37372"/>
                  <a:pt x="-15705" y="46673"/>
                  <a:pt x="12429" y="81840"/>
                </a:cubicBezTo>
                <a:cubicBezTo>
                  <a:pt x="18636" y="89599"/>
                  <a:pt x="31282" y="88125"/>
                  <a:pt x="40709" y="91267"/>
                </a:cubicBezTo>
                <a:cubicBezTo>
                  <a:pt x="78854" y="88542"/>
                  <a:pt x="182112" y="122011"/>
                  <a:pt x="182112" y="53559"/>
                </a:cubicBezTo>
                <a:cubicBezTo>
                  <a:pt x="182112" y="43622"/>
                  <a:pt x="175827" y="34706"/>
                  <a:pt x="172685" y="25279"/>
                </a:cubicBezTo>
                <a:cubicBezTo>
                  <a:pt x="153831" y="28421"/>
                  <a:pt x="131049" y="22766"/>
                  <a:pt x="116124" y="34706"/>
                </a:cubicBezTo>
                <a:cubicBezTo>
                  <a:pt x="108365" y="40913"/>
                  <a:pt x="144405" y="58273"/>
                  <a:pt x="134978" y="53559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任意多边形: 形状 66"/>
          <p:cNvSpPr/>
          <p:nvPr/>
        </p:nvSpPr>
        <p:spPr>
          <a:xfrm>
            <a:off x="8528140" y="4486653"/>
            <a:ext cx="111343" cy="152775"/>
          </a:xfrm>
          <a:custGeom>
            <a:avLst/>
            <a:gdLst>
              <a:gd name="connsiteX0" fmla="*/ 43314 w 111343"/>
              <a:gd name="connsiteY0" fmla="*/ 11373 h 152775"/>
              <a:gd name="connsiteX1" fmla="*/ 33887 w 111343"/>
              <a:gd name="connsiteY1" fmla="*/ 152775 h 152775"/>
              <a:gd name="connsiteX2" fmla="*/ 90448 w 111343"/>
              <a:gd name="connsiteY2" fmla="*/ 143349 h 152775"/>
              <a:gd name="connsiteX3" fmla="*/ 109301 w 111343"/>
              <a:gd name="connsiteY3" fmla="*/ 115068 h 152775"/>
              <a:gd name="connsiteX4" fmla="*/ 71594 w 111343"/>
              <a:gd name="connsiteY4" fmla="*/ 11373 h 152775"/>
              <a:gd name="connsiteX5" fmla="*/ 43314 w 111343"/>
              <a:gd name="connsiteY5" fmla="*/ 11373 h 152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343" h="152775">
                <a:moveTo>
                  <a:pt x="43314" y="11373"/>
                </a:moveTo>
                <a:cubicBezTo>
                  <a:pt x="37029" y="34940"/>
                  <a:pt x="-44626" y="152775"/>
                  <a:pt x="33887" y="152775"/>
                </a:cubicBezTo>
                <a:cubicBezTo>
                  <a:pt x="53001" y="152775"/>
                  <a:pt x="71594" y="146491"/>
                  <a:pt x="90448" y="143349"/>
                </a:cubicBezTo>
                <a:cubicBezTo>
                  <a:pt x="96732" y="133922"/>
                  <a:pt x="108360" y="126359"/>
                  <a:pt x="109301" y="115068"/>
                </a:cubicBezTo>
                <a:cubicBezTo>
                  <a:pt x="112490" y="76802"/>
                  <a:pt x="118029" y="22982"/>
                  <a:pt x="71594" y="11373"/>
                </a:cubicBezTo>
                <a:cubicBezTo>
                  <a:pt x="56352" y="7562"/>
                  <a:pt x="49599" y="-12194"/>
                  <a:pt x="43314" y="113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任意多边形: 形状 67"/>
          <p:cNvSpPr/>
          <p:nvPr/>
        </p:nvSpPr>
        <p:spPr>
          <a:xfrm>
            <a:off x="8563224" y="3429670"/>
            <a:ext cx="142432" cy="117097"/>
          </a:xfrm>
          <a:custGeom>
            <a:avLst/>
            <a:gdLst>
              <a:gd name="connsiteX0" fmla="*/ 103695 w 142432"/>
              <a:gd name="connsiteY0" fmla="*/ 2580 h 117097"/>
              <a:gd name="connsiteX1" fmla="*/ 141402 w 142432"/>
              <a:gd name="connsiteY1" fmla="*/ 68568 h 117097"/>
              <a:gd name="connsiteX2" fmla="*/ 131975 w 142432"/>
              <a:gd name="connsiteY2" fmla="*/ 96848 h 117097"/>
              <a:gd name="connsiteX3" fmla="*/ 94268 w 142432"/>
              <a:gd name="connsiteY3" fmla="*/ 87421 h 117097"/>
              <a:gd name="connsiteX4" fmla="*/ 47134 w 142432"/>
              <a:gd name="connsiteY4" fmla="*/ 96848 h 117097"/>
              <a:gd name="connsiteX5" fmla="*/ 18854 w 142432"/>
              <a:gd name="connsiteY5" fmla="*/ 115702 h 117097"/>
              <a:gd name="connsiteX6" fmla="*/ 0 w 142432"/>
              <a:gd name="connsiteY6" fmla="*/ 59141 h 117097"/>
              <a:gd name="connsiteX7" fmla="*/ 28280 w 142432"/>
              <a:gd name="connsiteY7" fmla="*/ 40287 h 117097"/>
              <a:gd name="connsiteX8" fmla="*/ 65988 w 142432"/>
              <a:gd name="connsiteY8" fmla="*/ 30860 h 117097"/>
              <a:gd name="connsiteX9" fmla="*/ 103695 w 142432"/>
              <a:gd name="connsiteY9" fmla="*/ 2580 h 117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2432" h="117097">
                <a:moveTo>
                  <a:pt x="103695" y="2580"/>
                </a:moveTo>
                <a:cubicBezTo>
                  <a:pt x="116264" y="8865"/>
                  <a:pt x="134122" y="44303"/>
                  <a:pt x="141402" y="68568"/>
                </a:cubicBezTo>
                <a:cubicBezTo>
                  <a:pt x="144257" y="78086"/>
                  <a:pt x="141201" y="93158"/>
                  <a:pt x="131975" y="96848"/>
                </a:cubicBezTo>
                <a:cubicBezTo>
                  <a:pt x="119946" y="101660"/>
                  <a:pt x="106837" y="90563"/>
                  <a:pt x="94268" y="87421"/>
                </a:cubicBezTo>
                <a:cubicBezTo>
                  <a:pt x="78557" y="90563"/>
                  <a:pt x="62136" y="91222"/>
                  <a:pt x="47134" y="96848"/>
                </a:cubicBezTo>
                <a:cubicBezTo>
                  <a:pt x="36526" y="100826"/>
                  <a:pt x="27701" y="122780"/>
                  <a:pt x="18854" y="115702"/>
                </a:cubicBezTo>
                <a:cubicBezTo>
                  <a:pt x="3335" y="103287"/>
                  <a:pt x="0" y="59141"/>
                  <a:pt x="0" y="59141"/>
                </a:cubicBezTo>
                <a:cubicBezTo>
                  <a:pt x="9427" y="52856"/>
                  <a:pt x="17867" y="44750"/>
                  <a:pt x="28280" y="40287"/>
                </a:cubicBezTo>
                <a:cubicBezTo>
                  <a:pt x="40189" y="35183"/>
                  <a:pt x="55208" y="38047"/>
                  <a:pt x="65988" y="30860"/>
                </a:cubicBezTo>
                <a:cubicBezTo>
                  <a:pt x="112330" y="-35"/>
                  <a:pt x="91126" y="-3705"/>
                  <a:pt x="103695" y="25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任意多边形: 形状 68"/>
          <p:cNvSpPr/>
          <p:nvPr/>
        </p:nvSpPr>
        <p:spPr>
          <a:xfrm>
            <a:off x="8454215" y="4144378"/>
            <a:ext cx="142199" cy="106638"/>
          </a:xfrm>
          <a:custGeom>
            <a:avLst/>
            <a:gdLst>
              <a:gd name="connsiteX0" fmla="*/ 75945 w 142199"/>
              <a:gd name="connsiteY0" fmla="*/ 12370 h 106638"/>
              <a:gd name="connsiteX1" fmla="*/ 141933 w 142199"/>
              <a:gd name="connsiteY1" fmla="*/ 68931 h 106638"/>
              <a:gd name="connsiteX2" fmla="*/ 132506 w 142199"/>
              <a:gd name="connsiteY2" fmla="*/ 106638 h 106638"/>
              <a:gd name="connsiteX3" fmla="*/ 75945 w 142199"/>
              <a:gd name="connsiteY3" fmla="*/ 97211 h 106638"/>
              <a:gd name="connsiteX4" fmla="*/ 47664 w 142199"/>
              <a:gd name="connsiteY4" fmla="*/ 87784 h 106638"/>
              <a:gd name="connsiteX5" fmla="*/ 9957 w 142199"/>
              <a:gd name="connsiteY5" fmla="*/ 78358 h 106638"/>
              <a:gd name="connsiteX6" fmla="*/ 9957 w 142199"/>
              <a:gd name="connsiteY6" fmla="*/ 21797 h 106638"/>
              <a:gd name="connsiteX7" fmla="*/ 38238 w 142199"/>
              <a:gd name="connsiteY7" fmla="*/ 12370 h 106638"/>
              <a:gd name="connsiteX8" fmla="*/ 75945 w 142199"/>
              <a:gd name="connsiteY8" fmla="*/ 12370 h 10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199" h="106638">
                <a:moveTo>
                  <a:pt x="75945" y="12370"/>
                </a:moveTo>
                <a:cubicBezTo>
                  <a:pt x="93227" y="21797"/>
                  <a:pt x="137852" y="40367"/>
                  <a:pt x="141933" y="68931"/>
                </a:cubicBezTo>
                <a:cubicBezTo>
                  <a:pt x="143765" y="81757"/>
                  <a:pt x="135648" y="94069"/>
                  <a:pt x="132506" y="106638"/>
                </a:cubicBezTo>
                <a:cubicBezTo>
                  <a:pt x="113652" y="103496"/>
                  <a:pt x="94604" y="101357"/>
                  <a:pt x="75945" y="97211"/>
                </a:cubicBezTo>
                <a:cubicBezTo>
                  <a:pt x="66245" y="95055"/>
                  <a:pt x="57219" y="90514"/>
                  <a:pt x="47664" y="87784"/>
                </a:cubicBezTo>
                <a:cubicBezTo>
                  <a:pt x="35207" y="84225"/>
                  <a:pt x="22526" y="81500"/>
                  <a:pt x="9957" y="78358"/>
                </a:cubicBezTo>
                <a:cubicBezTo>
                  <a:pt x="3672" y="59504"/>
                  <a:pt x="-8897" y="40650"/>
                  <a:pt x="9957" y="21797"/>
                </a:cubicBezTo>
                <a:cubicBezTo>
                  <a:pt x="16984" y="14771"/>
                  <a:pt x="28811" y="15512"/>
                  <a:pt x="38238" y="12370"/>
                </a:cubicBezTo>
                <a:cubicBezTo>
                  <a:pt x="71747" y="-9970"/>
                  <a:pt x="58663" y="2943"/>
                  <a:pt x="75945" y="1237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任意多边形: 形状 69"/>
          <p:cNvSpPr/>
          <p:nvPr/>
        </p:nvSpPr>
        <p:spPr>
          <a:xfrm>
            <a:off x="8259784" y="3846281"/>
            <a:ext cx="104990" cy="125961"/>
          </a:xfrm>
          <a:custGeom>
            <a:avLst/>
            <a:gdLst>
              <a:gd name="connsiteX0" fmla="*/ 103718 w 104990"/>
              <a:gd name="connsiteY0" fmla="*/ 59973 h 125961"/>
              <a:gd name="connsiteX1" fmla="*/ 94291 w 104990"/>
              <a:gd name="connsiteY1" fmla="*/ 3412 h 125961"/>
              <a:gd name="connsiteX2" fmla="*/ 56584 w 104990"/>
              <a:gd name="connsiteY2" fmla="*/ 12839 h 125961"/>
              <a:gd name="connsiteX3" fmla="*/ 37730 w 104990"/>
              <a:gd name="connsiteY3" fmla="*/ 41119 h 125961"/>
              <a:gd name="connsiteX4" fmla="*/ 9450 w 104990"/>
              <a:gd name="connsiteY4" fmla="*/ 59973 h 125961"/>
              <a:gd name="connsiteX5" fmla="*/ 28303 w 104990"/>
              <a:gd name="connsiteY5" fmla="*/ 107107 h 125961"/>
              <a:gd name="connsiteX6" fmla="*/ 84864 w 104990"/>
              <a:gd name="connsiteY6" fmla="*/ 125961 h 125961"/>
              <a:gd name="connsiteX7" fmla="*/ 103718 w 104990"/>
              <a:gd name="connsiteY7" fmla="*/ 59973 h 12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4990" h="125961">
                <a:moveTo>
                  <a:pt x="103718" y="59973"/>
                </a:moveTo>
                <a:cubicBezTo>
                  <a:pt x="105289" y="39548"/>
                  <a:pt x="107806" y="16927"/>
                  <a:pt x="94291" y="3412"/>
                </a:cubicBezTo>
                <a:cubicBezTo>
                  <a:pt x="85130" y="-5749"/>
                  <a:pt x="67364" y="5652"/>
                  <a:pt x="56584" y="12839"/>
                </a:cubicBezTo>
                <a:cubicBezTo>
                  <a:pt x="47157" y="19123"/>
                  <a:pt x="45741" y="33108"/>
                  <a:pt x="37730" y="41119"/>
                </a:cubicBezTo>
                <a:cubicBezTo>
                  <a:pt x="29719" y="49130"/>
                  <a:pt x="18877" y="53688"/>
                  <a:pt x="9450" y="59973"/>
                </a:cubicBezTo>
                <a:cubicBezTo>
                  <a:pt x="-1492" y="92797"/>
                  <a:pt x="-10603" y="89815"/>
                  <a:pt x="28303" y="107107"/>
                </a:cubicBezTo>
                <a:cubicBezTo>
                  <a:pt x="46464" y="115179"/>
                  <a:pt x="84864" y="125961"/>
                  <a:pt x="84864" y="125961"/>
                </a:cubicBezTo>
                <a:cubicBezTo>
                  <a:pt x="108947" y="89837"/>
                  <a:pt x="102147" y="80398"/>
                  <a:pt x="103718" y="599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任意多边形: 形状 70"/>
          <p:cNvSpPr/>
          <p:nvPr/>
        </p:nvSpPr>
        <p:spPr>
          <a:xfrm>
            <a:off x="9905577" y="3364780"/>
            <a:ext cx="131975" cy="128439"/>
          </a:xfrm>
          <a:custGeom>
            <a:avLst/>
            <a:gdLst>
              <a:gd name="connsiteX0" fmla="*/ 103695 w 131975"/>
              <a:gd name="connsiteY0" fmla="*/ 40251 h 128439"/>
              <a:gd name="connsiteX1" fmla="*/ 131975 w 131975"/>
              <a:gd name="connsiteY1" fmla="*/ 125092 h 128439"/>
              <a:gd name="connsiteX2" fmla="*/ 103695 w 131975"/>
              <a:gd name="connsiteY2" fmla="*/ 115665 h 128439"/>
              <a:gd name="connsiteX3" fmla="*/ 75414 w 131975"/>
              <a:gd name="connsiteY3" fmla="*/ 96812 h 128439"/>
              <a:gd name="connsiteX4" fmla="*/ 0 w 131975"/>
              <a:gd name="connsiteY4" fmla="*/ 77958 h 128439"/>
              <a:gd name="connsiteX5" fmla="*/ 9427 w 131975"/>
              <a:gd name="connsiteY5" fmla="*/ 2544 h 128439"/>
              <a:gd name="connsiteX6" fmla="*/ 37707 w 131975"/>
              <a:gd name="connsiteY6" fmla="*/ 11971 h 128439"/>
              <a:gd name="connsiteX7" fmla="*/ 103695 w 131975"/>
              <a:gd name="connsiteY7" fmla="*/ 40251 h 128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975" h="128439">
                <a:moveTo>
                  <a:pt x="103695" y="40251"/>
                </a:moveTo>
                <a:cubicBezTo>
                  <a:pt x="119406" y="59104"/>
                  <a:pt x="131975" y="95282"/>
                  <a:pt x="131975" y="125092"/>
                </a:cubicBezTo>
                <a:cubicBezTo>
                  <a:pt x="131975" y="135029"/>
                  <a:pt x="112583" y="120109"/>
                  <a:pt x="103695" y="115665"/>
                </a:cubicBezTo>
                <a:cubicBezTo>
                  <a:pt x="93561" y="110598"/>
                  <a:pt x="85548" y="101879"/>
                  <a:pt x="75414" y="96812"/>
                </a:cubicBezTo>
                <a:cubicBezTo>
                  <a:pt x="56088" y="87149"/>
                  <a:pt x="17930" y="81544"/>
                  <a:pt x="0" y="77958"/>
                </a:cubicBezTo>
                <a:cubicBezTo>
                  <a:pt x="3142" y="52820"/>
                  <a:pt x="-3142" y="24540"/>
                  <a:pt x="9427" y="2544"/>
                </a:cubicBezTo>
                <a:cubicBezTo>
                  <a:pt x="14357" y="-6083"/>
                  <a:pt x="28007" y="9816"/>
                  <a:pt x="37707" y="11971"/>
                </a:cubicBezTo>
                <a:cubicBezTo>
                  <a:pt x="107701" y="27525"/>
                  <a:pt x="87984" y="21398"/>
                  <a:pt x="103695" y="4025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任意多边形: 形状 71"/>
          <p:cNvSpPr/>
          <p:nvPr/>
        </p:nvSpPr>
        <p:spPr>
          <a:xfrm rot="17062814">
            <a:off x="8672455" y="4468161"/>
            <a:ext cx="144217" cy="79732"/>
          </a:xfrm>
          <a:custGeom>
            <a:avLst/>
            <a:gdLst>
              <a:gd name="connsiteX0" fmla="*/ 134819 w 144217"/>
              <a:gd name="connsiteY0" fmla="*/ 4317 h 79732"/>
              <a:gd name="connsiteX1" fmla="*/ 2844 w 144217"/>
              <a:gd name="connsiteY1" fmla="*/ 60878 h 79732"/>
              <a:gd name="connsiteX2" fmla="*/ 31124 w 144217"/>
              <a:gd name="connsiteY2" fmla="*/ 79732 h 79732"/>
              <a:gd name="connsiteX3" fmla="*/ 59405 w 144217"/>
              <a:gd name="connsiteY3" fmla="*/ 70305 h 79732"/>
              <a:gd name="connsiteX4" fmla="*/ 125392 w 144217"/>
              <a:gd name="connsiteY4" fmla="*/ 60878 h 79732"/>
              <a:gd name="connsiteX5" fmla="*/ 134819 w 144217"/>
              <a:gd name="connsiteY5" fmla="*/ 4317 h 7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217" h="79732">
                <a:moveTo>
                  <a:pt x="134819" y="4317"/>
                </a:moveTo>
                <a:cubicBezTo>
                  <a:pt x="114394" y="4317"/>
                  <a:pt x="-21188" y="-23238"/>
                  <a:pt x="2844" y="60878"/>
                </a:cubicBezTo>
                <a:cubicBezTo>
                  <a:pt x="5956" y="71772"/>
                  <a:pt x="21697" y="73447"/>
                  <a:pt x="31124" y="79732"/>
                </a:cubicBezTo>
                <a:cubicBezTo>
                  <a:pt x="40551" y="76590"/>
                  <a:pt x="49661" y="72254"/>
                  <a:pt x="59405" y="70305"/>
                </a:cubicBezTo>
                <a:cubicBezTo>
                  <a:pt x="81192" y="65947"/>
                  <a:pt x="110932" y="77748"/>
                  <a:pt x="125392" y="60878"/>
                </a:cubicBezTo>
                <a:cubicBezTo>
                  <a:pt x="137831" y="46366"/>
                  <a:pt x="155244" y="4317"/>
                  <a:pt x="134819" y="431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: 形状 72"/>
          <p:cNvSpPr/>
          <p:nvPr/>
        </p:nvSpPr>
        <p:spPr>
          <a:xfrm>
            <a:off x="7673025" y="4387570"/>
            <a:ext cx="118463" cy="102094"/>
          </a:xfrm>
          <a:custGeom>
            <a:avLst/>
            <a:gdLst>
              <a:gd name="connsiteX0" fmla="*/ 4637 w 118463"/>
              <a:gd name="connsiteY0" fmla="*/ 380 h 102094"/>
              <a:gd name="connsiteX1" fmla="*/ 117758 w 118463"/>
              <a:gd name="connsiteY1" fmla="*/ 85221 h 102094"/>
              <a:gd name="connsiteX2" fmla="*/ 32917 w 118463"/>
              <a:gd name="connsiteY2" fmla="*/ 94648 h 102094"/>
              <a:gd name="connsiteX3" fmla="*/ 14063 w 118463"/>
              <a:gd name="connsiteY3" fmla="*/ 66367 h 102094"/>
              <a:gd name="connsiteX4" fmla="*/ 4637 w 118463"/>
              <a:gd name="connsiteY4" fmla="*/ 380 h 102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463" h="102094">
                <a:moveTo>
                  <a:pt x="4637" y="380"/>
                </a:moveTo>
                <a:cubicBezTo>
                  <a:pt x="21920" y="3522"/>
                  <a:pt x="104214" y="40075"/>
                  <a:pt x="117758" y="85221"/>
                </a:cubicBezTo>
                <a:cubicBezTo>
                  <a:pt x="125934" y="112475"/>
                  <a:pt x="60912" y="99738"/>
                  <a:pt x="32917" y="94648"/>
                </a:cubicBezTo>
                <a:cubicBezTo>
                  <a:pt x="21770" y="92621"/>
                  <a:pt x="20348" y="75794"/>
                  <a:pt x="14063" y="66367"/>
                </a:cubicBezTo>
                <a:cubicBezTo>
                  <a:pt x="24723" y="13070"/>
                  <a:pt x="-12646" y="-2762"/>
                  <a:pt x="4637" y="3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/>
          <p:cNvSpPr/>
          <p:nvPr/>
        </p:nvSpPr>
        <p:spPr>
          <a:xfrm>
            <a:off x="8481055" y="5120128"/>
            <a:ext cx="115359" cy="75414"/>
          </a:xfrm>
          <a:custGeom>
            <a:avLst/>
            <a:gdLst>
              <a:gd name="connsiteX0" fmla="*/ 115359 w 115359"/>
              <a:gd name="connsiteY0" fmla="*/ 75414 h 75414"/>
              <a:gd name="connsiteX1" fmla="*/ 68225 w 115359"/>
              <a:gd name="connsiteY1" fmla="*/ 56561 h 75414"/>
              <a:gd name="connsiteX2" fmla="*/ 2238 w 115359"/>
              <a:gd name="connsiteY2" fmla="*/ 47134 h 75414"/>
              <a:gd name="connsiteX3" fmla="*/ 21091 w 115359"/>
              <a:gd name="connsiteY3" fmla="*/ 18854 h 75414"/>
              <a:gd name="connsiteX4" fmla="*/ 49372 w 115359"/>
              <a:gd name="connsiteY4" fmla="*/ 0 h 75414"/>
              <a:gd name="connsiteX5" fmla="*/ 96506 w 115359"/>
              <a:gd name="connsiteY5" fmla="*/ 9427 h 75414"/>
              <a:gd name="connsiteX6" fmla="*/ 105933 w 115359"/>
              <a:gd name="connsiteY6" fmla="*/ 37707 h 75414"/>
              <a:gd name="connsiteX7" fmla="*/ 115359 w 115359"/>
              <a:gd name="connsiteY7" fmla="*/ 75414 h 75414"/>
              <a:gd name="connsiteX8" fmla="*/ 115359 w 115359"/>
              <a:gd name="connsiteY8" fmla="*/ 75414 h 75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359" h="75414">
                <a:moveTo>
                  <a:pt x="115359" y="75414"/>
                </a:moveTo>
                <a:cubicBezTo>
                  <a:pt x="107503" y="72272"/>
                  <a:pt x="84641" y="60665"/>
                  <a:pt x="68225" y="56561"/>
                </a:cubicBezTo>
                <a:cubicBezTo>
                  <a:pt x="46669" y="51172"/>
                  <a:pt x="19588" y="61014"/>
                  <a:pt x="2238" y="47134"/>
                </a:cubicBezTo>
                <a:cubicBezTo>
                  <a:pt x="-6609" y="40057"/>
                  <a:pt x="13080" y="26865"/>
                  <a:pt x="21091" y="18854"/>
                </a:cubicBezTo>
                <a:cubicBezTo>
                  <a:pt x="29102" y="10843"/>
                  <a:pt x="39945" y="6285"/>
                  <a:pt x="49372" y="0"/>
                </a:cubicBezTo>
                <a:cubicBezTo>
                  <a:pt x="65083" y="3142"/>
                  <a:pt x="83174" y="539"/>
                  <a:pt x="96506" y="9427"/>
                </a:cubicBezTo>
                <a:cubicBezTo>
                  <a:pt x="104774" y="14939"/>
                  <a:pt x="103203" y="28153"/>
                  <a:pt x="105933" y="37707"/>
                </a:cubicBezTo>
                <a:cubicBezTo>
                  <a:pt x="109492" y="50164"/>
                  <a:pt x="109565" y="63826"/>
                  <a:pt x="115359" y="75414"/>
                </a:cubicBezTo>
                <a:lnTo>
                  <a:pt x="115359" y="75414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: 形状 74"/>
          <p:cNvSpPr/>
          <p:nvPr/>
        </p:nvSpPr>
        <p:spPr>
          <a:xfrm>
            <a:off x="6942979" y="4310567"/>
            <a:ext cx="110309" cy="113659"/>
          </a:xfrm>
          <a:custGeom>
            <a:avLst/>
            <a:gdLst>
              <a:gd name="connsiteX0" fmla="*/ 103698 w 110309"/>
              <a:gd name="connsiteY0" fmla="*/ 19391 h 113659"/>
              <a:gd name="connsiteX1" fmla="*/ 9430 w 110309"/>
              <a:gd name="connsiteY1" fmla="*/ 538 h 113659"/>
              <a:gd name="connsiteX2" fmla="*/ 3 w 110309"/>
              <a:gd name="connsiteY2" fmla="*/ 28818 h 113659"/>
              <a:gd name="connsiteX3" fmla="*/ 9430 w 110309"/>
              <a:gd name="connsiteY3" fmla="*/ 75952 h 113659"/>
              <a:gd name="connsiteX4" fmla="*/ 65991 w 110309"/>
              <a:gd name="connsiteY4" fmla="*/ 113659 h 113659"/>
              <a:gd name="connsiteX5" fmla="*/ 103698 w 110309"/>
              <a:gd name="connsiteY5" fmla="*/ 75952 h 113659"/>
              <a:gd name="connsiteX6" fmla="*/ 103698 w 110309"/>
              <a:gd name="connsiteY6" fmla="*/ 19391 h 11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309" h="113659">
                <a:moveTo>
                  <a:pt x="103698" y="19391"/>
                </a:moveTo>
                <a:cubicBezTo>
                  <a:pt x="87987" y="6822"/>
                  <a:pt x="41343" y="-2363"/>
                  <a:pt x="9430" y="538"/>
                </a:cubicBezTo>
                <a:cubicBezTo>
                  <a:pt x="-466" y="1438"/>
                  <a:pt x="3" y="18881"/>
                  <a:pt x="3" y="28818"/>
                </a:cubicBezTo>
                <a:cubicBezTo>
                  <a:pt x="3" y="44840"/>
                  <a:pt x="-407" y="63305"/>
                  <a:pt x="9430" y="75952"/>
                </a:cubicBezTo>
                <a:cubicBezTo>
                  <a:pt x="23341" y="93838"/>
                  <a:pt x="65991" y="113659"/>
                  <a:pt x="65991" y="113659"/>
                </a:cubicBezTo>
                <a:cubicBezTo>
                  <a:pt x="84845" y="107375"/>
                  <a:pt x="109983" y="107375"/>
                  <a:pt x="103698" y="75952"/>
                </a:cubicBezTo>
                <a:cubicBezTo>
                  <a:pt x="101955" y="67237"/>
                  <a:pt x="119409" y="31960"/>
                  <a:pt x="103698" y="1939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任意多边形: 形状 75"/>
          <p:cNvSpPr/>
          <p:nvPr/>
        </p:nvSpPr>
        <p:spPr>
          <a:xfrm rot="17062814">
            <a:off x="7498799" y="4874420"/>
            <a:ext cx="110034" cy="90251"/>
          </a:xfrm>
          <a:custGeom>
            <a:avLst/>
            <a:gdLst>
              <a:gd name="connsiteX0" fmla="*/ 101929 w 110034"/>
              <a:gd name="connsiteY0" fmla="*/ 5700 h 90251"/>
              <a:gd name="connsiteX1" fmla="*/ 92502 w 110034"/>
              <a:gd name="connsiteY1" fmla="*/ 81114 h 90251"/>
              <a:gd name="connsiteX2" fmla="*/ 7661 w 110034"/>
              <a:gd name="connsiteY2" fmla="*/ 71688 h 90251"/>
              <a:gd name="connsiteX3" fmla="*/ 17088 w 110034"/>
              <a:gd name="connsiteY3" fmla="*/ 15127 h 90251"/>
              <a:gd name="connsiteX4" fmla="*/ 101929 w 110034"/>
              <a:gd name="connsiteY4" fmla="*/ 5700 h 90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034" h="90251">
                <a:moveTo>
                  <a:pt x="101929" y="5700"/>
                </a:moveTo>
                <a:cubicBezTo>
                  <a:pt x="114498" y="16698"/>
                  <a:pt x="113256" y="66586"/>
                  <a:pt x="92502" y="81114"/>
                </a:cubicBezTo>
                <a:cubicBezTo>
                  <a:pt x="69191" y="97432"/>
                  <a:pt x="29075" y="90425"/>
                  <a:pt x="7661" y="71688"/>
                </a:cubicBezTo>
                <a:cubicBezTo>
                  <a:pt x="-6724" y="59102"/>
                  <a:pt x="698" y="24961"/>
                  <a:pt x="17088" y="15127"/>
                </a:cubicBezTo>
                <a:cubicBezTo>
                  <a:pt x="41338" y="577"/>
                  <a:pt x="89360" y="-5298"/>
                  <a:pt x="101929" y="570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: 形状 76"/>
          <p:cNvSpPr/>
          <p:nvPr/>
        </p:nvSpPr>
        <p:spPr>
          <a:xfrm>
            <a:off x="7384437" y="4244463"/>
            <a:ext cx="159730" cy="98701"/>
          </a:xfrm>
          <a:custGeom>
            <a:avLst/>
            <a:gdLst>
              <a:gd name="connsiteX0" fmla="*/ 150828 w 159730"/>
              <a:gd name="connsiteY0" fmla="*/ 70421 h 98701"/>
              <a:gd name="connsiteX1" fmla="*/ 0 w 159730"/>
              <a:gd name="connsiteY1" fmla="*/ 32714 h 98701"/>
              <a:gd name="connsiteX2" fmla="*/ 9426 w 159730"/>
              <a:gd name="connsiteY2" fmla="*/ 60994 h 98701"/>
              <a:gd name="connsiteX3" fmla="*/ 37707 w 159730"/>
              <a:gd name="connsiteY3" fmla="*/ 51567 h 98701"/>
              <a:gd name="connsiteX4" fmla="*/ 75414 w 159730"/>
              <a:gd name="connsiteY4" fmla="*/ 89275 h 98701"/>
              <a:gd name="connsiteX5" fmla="*/ 103694 w 159730"/>
              <a:gd name="connsiteY5" fmla="*/ 98701 h 98701"/>
              <a:gd name="connsiteX6" fmla="*/ 131975 w 159730"/>
              <a:gd name="connsiteY6" fmla="*/ 89275 h 98701"/>
              <a:gd name="connsiteX7" fmla="*/ 141402 w 159730"/>
              <a:gd name="connsiteY7" fmla="*/ 60994 h 98701"/>
              <a:gd name="connsiteX8" fmla="*/ 150828 w 159730"/>
              <a:gd name="connsiteY8" fmla="*/ 70421 h 98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730" h="98701">
                <a:moveTo>
                  <a:pt x="150828" y="70421"/>
                </a:moveTo>
                <a:cubicBezTo>
                  <a:pt x="127261" y="65708"/>
                  <a:pt x="0" y="-56986"/>
                  <a:pt x="0" y="32714"/>
                </a:cubicBezTo>
                <a:cubicBezTo>
                  <a:pt x="0" y="42651"/>
                  <a:pt x="6284" y="51567"/>
                  <a:pt x="9426" y="60994"/>
                </a:cubicBezTo>
                <a:cubicBezTo>
                  <a:pt x="18853" y="57852"/>
                  <a:pt x="27770" y="51567"/>
                  <a:pt x="37707" y="51567"/>
                </a:cubicBezTo>
                <a:cubicBezTo>
                  <a:pt x="87982" y="51567"/>
                  <a:pt x="50276" y="64137"/>
                  <a:pt x="75414" y="89275"/>
                </a:cubicBezTo>
                <a:cubicBezTo>
                  <a:pt x="82440" y="96301"/>
                  <a:pt x="94267" y="95559"/>
                  <a:pt x="103694" y="98701"/>
                </a:cubicBezTo>
                <a:cubicBezTo>
                  <a:pt x="113121" y="95559"/>
                  <a:pt x="124949" y="96301"/>
                  <a:pt x="131975" y="89275"/>
                </a:cubicBezTo>
                <a:cubicBezTo>
                  <a:pt x="139002" y="82249"/>
                  <a:pt x="137712" y="70220"/>
                  <a:pt x="141402" y="60994"/>
                </a:cubicBezTo>
                <a:cubicBezTo>
                  <a:pt x="144011" y="54470"/>
                  <a:pt x="174395" y="75134"/>
                  <a:pt x="150828" y="7042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任意多边形: 形状 77"/>
          <p:cNvSpPr/>
          <p:nvPr/>
        </p:nvSpPr>
        <p:spPr>
          <a:xfrm>
            <a:off x="9994175" y="2942591"/>
            <a:ext cx="88042" cy="126071"/>
          </a:xfrm>
          <a:custGeom>
            <a:avLst/>
            <a:gdLst>
              <a:gd name="connsiteX0" fmla="*/ 75414 w 88042"/>
              <a:gd name="connsiteY0" fmla="*/ 3523 h 126071"/>
              <a:gd name="connsiteX1" fmla="*/ 84841 w 88042"/>
              <a:gd name="connsiteY1" fmla="*/ 88364 h 126071"/>
              <a:gd name="connsiteX2" fmla="*/ 56561 w 88042"/>
              <a:gd name="connsiteY2" fmla="*/ 97791 h 126071"/>
              <a:gd name="connsiteX3" fmla="*/ 47134 w 88042"/>
              <a:gd name="connsiteY3" fmla="*/ 126071 h 126071"/>
              <a:gd name="connsiteX4" fmla="*/ 0 w 88042"/>
              <a:gd name="connsiteY4" fmla="*/ 41230 h 126071"/>
              <a:gd name="connsiteX5" fmla="*/ 75414 w 88042"/>
              <a:gd name="connsiteY5" fmla="*/ 3523 h 12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042" h="126071">
                <a:moveTo>
                  <a:pt x="75414" y="3523"/>
                </a:moveTo>
                <a:cubicBezTo>
                  <a:pt x="89554" y="11379"/>
                  <a:pt x="90421" y="60462"/>
                  <a:pt x="84841" y="88364"/>
                </a:cubicBezTo>
                <a:cubicBezTo>
                  <a:pt x="82892" y="98108"/>
                  <a:pt x="63587" y="90765"/>
                  <a:pt x="56561" y="97791"/>
                </a:cubicBezTo>
                <a:cubicBezTo>
                  <a:pt x="49535" y="104817"/>
                  <a:pt x="50276" y="116644"/>
                  <a:pt x="47134" y="126071"/>
                </a:cubicBezTo>
                <a:cubicBezTo>
                  <a:pt x="3915" y="61243"/>
                  <a:pt x="16592" y="91007"/>
                  <a:pt x="0" y="41230"/>
                </a:cubicBezTo>
                <a:cubicBezTo>
                  <a:pt x="14396" y="-1955"/>
                  <a:pt x="61274" y="-4333"/>
                  <a:pt x="75414" y="352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任意多边形: 形状 78"/>
          <p:cNvSpPr/>
          <p:nvPr/>
        </p:nvSpPr>
        <p:spPr>
          <a:xfrm>
            <a:off x="9103606" y="4820918"/>
            <a:ext cx="123854" cy="98627"/>
          </a:xfrm>
          <a:custGeom>
            <a:avLst/>
            <a:gdLst>
              <a:gd name="connsiteX0" fmla="*/ 57119 w 123854"/>
              <a:gd name="connsiteY0" fmla="*/ 37707 h 98627"/>
              <a:gd name="connsiteX1" fmla="*/ 47692 w 123854"/>
              <a:gd name="connsiteY1" fmla="*/ 94268 h 98627"/>
              <a:gd name="connsiteX2" fmla="*/ 9985 w 123854"/>
              <a:gd name="connsiteY2" fmla="*/ 84841 h 98627"/>
              <a:gd name="connsiteX3" fmla="*/ 47692 w 123854"/>
              <a:gd name="connsiteY3" fmla="*/ 0 h 98627"/>
              <a:gd name="connsiteX4" fmla="*/ 123106 w 123854"/>
              <a:gd name="connsiteY4" fmla="*/ 37707 h 98627"/>
              <a:gd name="connsiteX5" fmla="*/ 94826 w 123854"/>
              <a:gd name="connsiteY5" fmla="*/ 47134 h 98627"/>
              <a:gd name="connsiteX6" fmla="*/ 47692 w 123854"/>
              <a:gd name="connsiteY6" fmla="*/ 37707 h 98627"/>
              <a:gd name="connsiteX7" fmla="*/ 19411 w 123854"/>
              <a:gd name="connsiteY7" fmla="*/ 28280 h 98627"/>
              <a:gd name="connsiteX8" fmla="*/ 57119 w 123854"/>
              <a:gd name="connsiteY8" fmla="*/ 37707 h 9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854" h="98627">
                <a:moveTo>
                  <a:pt x="57119" y="37707"/>
                </a:moveTo>
                <a:cubicBezTo>
                  <a:pt x="61833" y="48705"/>
                  <a:pt x="61207" y="80753"/>
                  <a:pt x="47692" y="94268"/>
                </a:cubicBezTo>
                <a:cubicBezTo>
                  <a:pt x="38531" y="103429"/>
                  <a:pt x="14082" y="97132"/>
                  <a:pt x="9985" y="84841"/>
                </a:cubicBezTo>
                <a:cubicBezTo>
                  <a:pt x="-14532" y="11292"/>
                  <a:pt x="9175" y="12839"/>
                  <a:pt x="47692" y="0"/>
                </a:cubicBezTo>
                <a:cubicBezTo>
                  <a:pt x="49832" y="357"/>
                  <a:pt x="132532" y="4"/>
                  <a:pt x="123106" y="37707"/>
                </a:cubicBezTo>
                <a:cubicBezTo>
                  <a:pt x="120696" y="47347"/>
                  <a:pt x="104253" y="43992"/>
                  <a:pt x="94826" y="47134"/>
                </a:cubicBezTo>
                <a:cubicBezTo>
                  <a:pt x="79115" y="43992"/>
                  <a:pt x="63236" y="41593"/>
                  <a:pt x="47692" y="37707"/>
                </a:cubicBezTo>
                <a:cubicBezTo>
                  <a:pt x="38052" y="35297"/>
                  <a:pt x="11143" y="33792"/>
                  <a:pt x="19411" y="28280"/>
                </a:cubicBezTo>
                <a:cubicBezTo>
                  <a:pt x="35315" y="17678"/>
                  <a:pt x="52405" y="26709"/>
                  <a:pt x="57119" y="3770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任意多边形: 形状 79"/>
          <p:cNvSpPr/>
          <p:nvPr/>
        </p:nvSpPr>
        <p:spPr>
          <a:xfrm rot="17062814">
            <a:off x="7219812" y="5011636"/>
            <a:ext cx="109886" cy="99319"/>
          </a:xfrm>
          <a:custGeom>
            <a:avLst/>
            <a:gdLst>
              <a:gd name="connsiteX0" fmla="*/ 33729 w 109886"/>
              <a:gd name="connsiteY0" fmla="*/ 94604 h 99319"/>
              <a:gd name="connsiteX1" fmla="*/ 109143 w 109886"/>
              <a:gd name="connsiteY1" fmla="*/ 19190 h 99319"/>
              <a:gd name="connsiteX2" fmla="*/ 80863 w 109886"/>
              <a:gd name="connsiteY2" fmla="*/ 336 h 99319"/>
              <a:gd name="connsiteX3" fmla="*/ 24302 w 109886"/>
              <a:gd name="connsiteY3" fmla="*/ 9763 h 99319"/>
              <a:gd name="connsiteX4" fmla="*/ 14875 w 109886"/>
              <a:gd name="connsiteY4" fmla="*/ 85177 h 99319"/>
              <a:gd name="connsiteX5" fmla="*/ 33729 w 109886"/>
              <a:gd name="connsiteY5" fmla="*/ 94604 h 99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886" h="99319">
                <a:moveTo>
                  <a:pt x="33729" y="94604"/>
                </a:moveTo>
                <a:cubicBezTo>
                  <a:pt x="49440" y="83606"/>
                  <a:pt x="93244" y="50987"/>
                  <a:pt x="109143" y="19190"/>
                </a:cubicBezTo>
                <a:cubicBezTo>
                  <a:pt x="114210" y="9057"/>
                  <a:pt x="92123" y="1587"/>
                  <a:pt x="80863" y="336"/>
                </a:cubicBezTo>
                <a:cubicBezTo>
                  <a:pt x="61866" y="-1775"/>
                  <a:pt x="43156" y="6621"/>
                  <a:pt x="24302" y="9763"/>
                </a:cubicBezTo>
                <a:cubicBezTo>
                  <a:pt x="11269" y="29312"/>
                  <a:pt x="-17576" y="58135"/>
                  <a:pt x="14875" y="85177"/>
                </a:cubicBezTo>
                <a:cubicBezTo>
                  <a:pt x="26945" y="95235"/>
                  <a:pt x="18018" y="105602"/>
                  <a:pt x="33729" y="9460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任意多边形: 形状 81"/>
          <p:cNvSpPr/>
          <p:nvPr/>
        </p:nvSpPr>
        <p:spPr>
          <a:xfrm>
            <a:off x="7830524" y="3697931"/>
            <a:ext cx="182112" cy="97086"/>
          </a:xfrm>
          <a:custGeom>
            <a:avLst/>
            <a:gdLst>
              <a:gd name="connsiteX0" fmla="*/ 134978 w 182112"/>
              <a:gd name="connsiteY0" fmla="*/ 53559 h 97086"/>
              <a:gd name="connsiteX1" fmla="*/ 59563 w 182112"/>
              <a:gd name="connsiteY1" fmla="*/ 6425 h 97086"/>
              <a:gd name="connsiteX2" fmla="*/ 31283 w 182112"/>
              <a:gd name="connsiteY2" fmla="*/ 15852 h 97086"/>
              <a:gd name="connsiteX3" fmla="*/ 12429 w 182112"/>
              <a:gd name="connsiteY3" fmla="*/ 81840 h 97086"/>
              <a:gd name="connsiteX4" fmla="*/ 40709 w 182112"/>
              <a:gd name="connsiteY4" fmla="*/ 91267 h 97086"/>
              <a:gd name="connsiteX5" fmla="*/ 182112 w 182112"/>
              <a:gd name="connsiteY5" fmla="*/ 53559 h 97086"/>
              <a:gd name="connsiteX6" fmla="*/ 172685 w 182112"/>
              <a:gd name="connsiteY6" fmla="*/ 25279 h 97086"/>
              <a:gd name="connsiteX7" fmla="*/ 116124 w 182112"/>
              <a:gd name="connsiteY7" fmla="*/ 34706 h 97086"/>
              <a:gd name="connsiteX8" fmla="*/ 134978 w 182112"/>
              <a:gd name="connsiteY8" fmla="*/ 53559 h 9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112" h="97086">
                <a:moveTo>
                  <a:pt x="134978" y="53559"/>
                </a:moveTo>
                <a:cubicBezTo>
                  <a:pt x="125551" y="48845"/>
                  <a:pt x="114788" y="-21187"/>
                  <a:pt x="59563" y="6425"/>
                </a:cubicBezTo>
                <a:cubicBezTo>
                  <a:pt x="50675" y="10869"/>
                  <a:pt x="40710" y="12710"/>
                  <a:pt x="31283" y="15852"/>
                </a:cubicBezTo>
                <a:cubicBezTo>
                  <a:pt x="9763" y="37372"/>
                  <a:pt x="-15705" y="46673"/>
                  <a:pt x="12429" y="81840"/>
                </a:cubicBezTo>
                <a:cubicBezTo>
                  <a:pt x="18636" y="89599"/>
                  <a:pt x="31282" y="88125"/>
                  <a:pt x="40709" y="91267"/>
                </a:cubicBezTo>
                <a:cubicBezTo>
                  <a:pt x="78854" y="88542"/>
                  <a:pt x="182112" y="122011"/>
                  <a:pt x="182112" y="53559"/>
                </a:cubicBezTo>
                <a:cubicBezTo>
                  <a:pt x="182112" y="43622"/>
                  <a:pt x="175827" y="34706"/>
                  <a:pt x="172685" y="25279"/>
                </a:cubicBezTo>
                <a:cubicBezTo>
                  <a:pt x="153831" y="28421"/>
                  <a:pt x="131049" y="22766"/>
                  <a:pt x="116124" y="34706"/>
                </a:cubicBezTo>
                <a:cubicBezTo>
                  <a:pt x="108365" y="40913"/>
                  <a:pt x="144405" y="58273"/>
                  <a:pt x="134978" y="53559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任意多边形: 形状 82"/>
          <p:cNvSpPr/>
          <p:nvPr/>
        </p:nvSpPr>
        <p:spPr>
          <a:xfrm>
            <a:off x="6812996" y="4576943"/>
            <a:ext cx="111343" cy="152775"/>
          </a:xfrm>
          <a:custGeom>
            <a:avLst/>
            <a:gdLst>
              <a:gd name="connsiteX0" fmla="*/ 43314 w 111343"/>
              <a:gd name="connsiteY0" fmla="*/ 11373 h 152775"/>
              <a:gd name="connsiteX1" fmla="*/ 33887 w 111343"/>
              <a:gd name="connsiteY1" fmla="*/ 152775 h 152775"/>
              <a:gd name="connsiteX2" fmla="*/ 90448 w 111343"/>
              <a:gd name="connsiteY2" fmla="*/ 143349 h 152775"/>
              <a:gd name="connsiteX3" fmla="*/ 109301 w 111343"/>
              <a:gd name="connsiteY3" fmla="*/ 115068 h 152775"/>
              <a:gd name="connsiteX4" fmla="*/ 71594 w 111343"/>
              <a:gd name="connsiteY4" fmla="*/ 11373 h 152775"/>
              <a:gd name="connsiteX5" fmla="*/ 43314 w 111343"/>
              <a:gd name="connsiteY5" fmla="*/ 11373 h 152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343" h="152775">
                <a:moveTo>
                  <a:pt x="43314" y="11373"/>
                </a:moveTo>
                <a:cubicBezTo>
                  <a:pt x="37029" y="34940"/>
                  <a:pt x="-44626" y="152775"/>
                  <a:pt x="33887" y="152775"/>
                </a:cubicBezTo>
                <a:cubicBezTo>
                  <a:pt x="53001" y="152775"/>
                  <a:pt x="71594" y="146491"/>
                  <a:pt x="90448" y="143349"/>
                </a:cubicBezTo>
                <a:cubicBezTo>
                  <a:pt x="96732" y="133922"/>
                  <a:pt x="108360" y="126359"/>
                  <a:pt x="109301" y="115068"/>
                </a:cubicBezTo>
                <a:cubicBezTo>
                  <a:pt x="112490" y="76802"/>
                  <a:pt x="118029" y="22982"/>
                  <a:pt x="71594" y="11373"/>
                </a:cubicBezTo>
                <a:cubicBezTo>
                  <a:pt x="56352" y="7562"/>
                  <a:pt x="49599" y="-12194"/>
                  <a:pt x="43314" y="113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任意多边形: 形状 83"/>
          <p:cNvSpPr/>
          <p:nvPr/>
        </p:nvSpPr>
        <p:spPr>
          <a:xfrm>
            <a:off x="9239469" y="3106850"/>
            <a:ext cx="142432" cy="117097"/>
          </a:xfrm>
          <a:custGeom>
            <a:avLst/>
            <a:gdLst>
              <a:gd name="connsiteX0" fmla="*/ 103695 w 142432"/>
              <a:gd name="connsiteY0" fmla="*/ 2580 h 117097"/>
              <a:gd name="connsiteX1" fmla="*/ 141402 w 142432"/>
              <a:gd name="connsiteY1" fmla="*/ 68568 h 117097"/>
              <a:gd name="connsiteX2" fmla="*/ 131975 w 142432"/>
              <a:gd name="connsiteY2" fmla="*/ 96848 h 117097"/>
              <a:gd name="connsiteX3" fmla="*/ 94268 w 142432"/>
              <a:gd name="connsiteY3" fmla="*/ 87421 h 117097"/>
              <a:gd name="connsiteX4" fmla="*/ 47134 w 142432"/>
              <a:gd name="connsiteY4" fmla="*/ 96848 h 117097"/>
              <a:gd name="connsiteX5" fmla="*/ 18854 w 142432"/>
              <a:gd name="connsiteY5" fmla="*/ 115702 h 117097"/>
              <a:gd name="connsiteX6" fmla="*/ 0 w 142432"/>
              <a:gd name="connsiteY6" fmla="*/ 59141 h 117097"/>
              <a:gd name="connsiteX7" fmla="*/ 28280 w 142432"/>
              <a:gd name="connsiteY7" fmla="*/ 40287 h 117097"/>
              <a:gd name="connsiteX8" fmla="*/ 65988 w 142432"/>
              <a:gd name="connsiteY8" fmla="*/ 30860 h 117097"/>
              <a:gd name="connsiteX9" fmla="*/ 103695 w 142432"/>
              <a:gd name="connsiteY9" fmla="*/ 2580 h 117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2432" h="117097">
                <a:moveTo>
                  <a:pt x="103695" y="2580"/>
                </a:moveTo>
                <a:cubicBezTo>
                  <a:pt x="116264" y="8865"/>
                  <a:pt x="134122" y="44303"/>
                  <a:pt x="141402" y="68568"/>
                </a:cubicBezTo>
                <a:cubicBezTo>
                  <a:pt x="144257" y="78086"/>
                  <a:pt x="141201" y="93158"/>
                  <a:pt x="131975" y="96848"/>
                </a:cubicBezTo>
                <a:cubicBezTo>
                  <a:pt x="119946" y="101660"/>
                  <a:pt x="106837" y="90563"/>
                  <a:pt x="94268" y="87421"/>
                </a:cubicBezTo>
                <a:cubicBezTo>
                  <a:pt x="78557" y="90563"/>
                  <a:pt x="62136" y="91222"/>
                  <a:pt x="47134" y="96848"/>
                </a:cubicBezTo>
                <a:cubicBezTo>
                  <a:pt x="36526" y="100826"/>
                  <a:pt x="27701" y="122780"/>
                  <a:pt x="18854" y="115702"/>
                </a:cubicBezTo>
                <a:cubicBezTo>
                  <a:pt x="3335" y="103287"/>
                  <a:pt x="0" y="59141"/>
                  <a:pt x="0" y="59141"/>
                </a:cubicBezTo>
                <a:cubicBezTo>
                  <a:pt x="9427" y="52856"/>
                  <a:pt x="17867" y="44750"/>
                  <a:pt x="28280" y="40287"/>
                </a:cubicBezTo>
                <a:cubicBezTo>
                  <a:pt x="40189" y="35183"/>
                  <a:pt x="55208" y="38047"/>
                  <a:pt x="65988" y="30860"/>
                </a:cubicBezTo>
                <a:cubicBezTo>
                  <a:pt x="112330" y="-35"/>
                  <a:pt x="91126" y="-3705"/>
                  <a:pt x="103695" y="25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任意多边形: 形状 84"/>
          <p:cNvSpPr/>
          <p:nvPr/>
        </p:nvSpPr>
        <p:spPr>
          <a:xfrm>
            <a:off x="8454216" y="3232533"/>
            <a:ext cx="142199" cy="106638"/>
          </a:xfrm>
          <a:custGeom>
            <a:avLst/>
            <a:gdLst>
              <a:gd name="connsiteX0" fmla="*/ 75945 w 142199"/>
              <a:gd name="connsiteY0" fmla="*/ 12370 h 106638"/>
              <a:gd name="connsiteX1" fmla="*/ 141933 w 142199"/>
              <a:gd name="connsiteY1" fmla="*/ 68931 h 106638"/>
              <a:gd name="connsiteX2" fmla="*/ 132506 w 142199"/>
              <a:gd name="connsiteY2" fmla="*/ 106638 h 106638"/>
              <a:gd name="connsiteX3" fmla="*/ 75945 w 142199"/>
              <a:gd name="connsiteY3" fmla="*/ 97211 h 106638"/>
              <a:gd name="connsiteX4" fmla="*/ 47664 w 142199"/>
              <a:gd name="connsiteY4" fmla="*/ 87784 h 106638"/>
              <a:gd name="connsiteX5" fmla="*/ 9957 w 142199"/>
              <a:gd name="connsiteY5" fmla="*/ 78358 h 106638"/>
              <a:gd name="connsiteX6" fmla="*/ 9957 w 142199"/>
              <a:gd name="connsiteY6" fmla="*/ 21797 h 106638"/>
              <a:gd name="connsiteX7" fmla="*/ 38238 w 142199"/>
              <a:gd name="connsiteY7" fmla="*/ 12370 h 106638"/>
              <a:gd name="connsiteX8" fmla="*/ 75945 w 142199"/>
              <a:gd name="connsiteY8" fmla="*/ 12370 h 10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199" h="106638">
                <a:moveTo>
                  <a:pt x="75945" y="12370"/>
                </a:moveTo>
                <a:cubicBezTo>
                  <a:pt x="93227" y="21797"/>
                  <a:pt x="137852" y="40367"/>
                  <a:pt x="141933" y="68931"/>
                </a:cubicBezTo>
                <a:cubicBezTo>
                  <a:pt x="143765" y="81757"/>
                  <a:pt x="135648" y="94069"/>
                  <a:pt x="132506" y="106638"/>
                </a:cubicBezTo>
                <a:cubicBezTo>
                  <a:pt x="113652" y="103496"/>
                  <a:pt x="94604" y="101357"/>
                  <a:pt x="75945" y="97211"/>
                </a:cubicBezTo>
                <a:cubicBezTo>
                  <a:pt x="66245" y="95055"/>
                  <a:pt x="57219" y="90514"/>
                  <a:pt x="47664" y="87784"/>
                </a:cubicBezTo>
                <a:cubicBezTo>
                  <a:pt x="35207" y="84225"/>
                  <a:pt x="22526" y="81500"/>
                  <a:pt x="9957" y="78358"/>
                </a:cubicBezTo>
                <a:cubicBezTo>
                  <a:pt x="3672" y="59504"/>
                  <a:pt x="-8897" y="40650"/>
                  <a:pt x="9957" y="21797"/>
                </a:cubicBezTo>
                <a:cubicBezTo>
                  <a:pt x="16984" y="14771"/>
                  <a:pt x="28811" y="15512"/>
                  <a:pt x="38238" y="12370"/>
                </a:cubicBezTo>
                <a:cubicBezTo>
                  <a:pt x="71747" y="-9970"/>
                  <a:pt x="58663" y="2943"/>
                  <a:pt x="75945" y="1237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任意多边形: 形状 85"/>
          <p:cNvSpPr/>
          <p:nvPr/>
        </p:nvSpPr>
        <p:spPr>
          <a:xfrm>
            <a:off x="10047616" y="3683494"/>
            <a:ext cx="104990" cy="125961"/>
          </a:xfrm>
          <a:custGeom>
            <a:avLst/>
            <a:gdLst>
              <a:gd name="connsiteX0" fmla="*/ 103718 w 104990"/>
              <a:gd name="connsiteY0" fmla="*/ 59973 h 125961"/>
              <a:gd name="connsiteX1" fmla="*/ 94291 w 104990"/>
              <a:gd name="connsiteY1" fmla="*/ 3412 h 125961"/>
              <a:gd name="connsiteX2" fmla="*/ 56584 w 104990"/>
              <a:gd name="connsiteY2" fmla="*/ 12839 h 125961"/>
              <a:gd name="connsiteX3" fmla="*/ 37730 w 104990"/>
              <a:gd name="connsiteY3" fmla="*/ 41119 h 125961"/>
              <a:gd name="connsiteX4" fmla="*/ 9450 w 104990"/>
              <a:gd name="connsiteY4" fmla="*/ 59973 h 125961"/>
              <a:gd name="connsiteX5" fmla="*/ 28303 w 104990"/>
              <a:gd name="connsiteY5" fmla="*/ 107107 h 125961"/>
              <a:gd name="connsiteX6" fmla="*/ 84864 w 104990"/>
              <a:gd name="connsiteY6" fmla="*/ 125961 h 125961"/>
              <a:gd name="connsiteX7" fmla="*/ 103718 w 104990"/>
              <a:gd name="connsiteY7" fmla="*/ 59973 h 12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4990" h="125961">
                <a:moveTo>
                  <a:pt x="103718" y="59973"/>
                </a:moveTo>
                <a:cubicBezTo>
                  <a:pt x="105289" y="39548"/>
                  <a:pt x="107806" y="16927"/>
                  <a:pt x="94291" y="3412"/>
                </a:cubicBezTo>
                <a:cubicBezTo>
                  <a:pt x="85130" y="-5749"/>
                  <a:pt x="67364" y="5652"/>
                  <a:pt x="56584" y="12839"/>
                </a:cubicBezTo>
                <a:cubicBezTo>
                  <a:pt x="47157" y="19123"/>
                  <a:pt x="45741" y="33108"/>
                  <a:pt x="37730" y="41119"/>
                </a:cubicBezTo>
                <a:cubicBezTo>
                  <a:pt x="29719" y="49130"/>
                  <a:pt x="18877" y="53688"/>
                  <a:pt x="9450" y="59973"/>
                </a:cubicBezTo>
                <a:cubicBezTo>
                  <a:pt x="-1492" y="92797"/>
                  <a:pt x="-10603" y="89815"/>
                  <a:pt x="28303" y="107107"/>
                </a:cubicBezTo>
                <a:cubicBezTo>
                  <a:pt x="46464" y="115179"/>
                  <a:pt x="84864" y="125961"/>
                  <a:pt x="84864" y="125961"/>
                </a:cubicBezTo>
                <a:cubicBezTo>
                  <a:pt x="108947" y="89837"/>
                  <a:pt x="102147" y="80398"/>
                  <a:pt x="103718" y="599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任意多边形: 形状 86"/>
          <p:cNvSpPr/>
          <p:nvPr/>
        </p:nvSpPr>
        <p:spPr>
          <a:xfrm>
            <a:off x="8325358" y="4630759"/>
            <a:ext cx="131975" cy="128439"/>
          </a:xfrm>
          <a:custGeom>
            <a:avLst/>
            <a:gdLst>
              <a:gd name="connsiteX0" fmla="*/ 103695 w 131975"/>
              <a:gd name="connsiteY0" fmla="*/ 40251 h 128439"/>
              <a:gd name="connsiteX1" fmla="*/ 131975 w 131975"/>
              <a:gd name="connsiteY1" fmla="*/ 125092 h 128439"/>
              <a:gd name="connsiteX2" fmla="*/ 103695 w 131975"/>
              <a:gd name="connsiteY2" fmla="*/ 115665 h 128439"/>
              <a:gd name="connsiteX3" fmla="*/ 75414 w 131975"/>
              <a:gd name="connsiteY3" fmla="*/ 96812 h 128439"/>
              <a:gd name="connsiteX4" fmla="*/ 0 w 131975"/>
              <a:gd name="connsiteY4" fmla="*/ 77958 h 128439"/>
              <a:gd name="connsiteX5" fmla="*/ 9427 w 131975"/>
              <a:gd name="connsiteY5" fmla="*/ 2544 h 128439"/>
              <a:gd name="connsiteX6" fmla="*/ 37707 w 131975"/>
              <a:gd name="connsiteY6" fmla="*/ 11971 h 128439"/>
              <a:gd name="connsiteX7" fmla="*/ 103695 w 131975"/>
              <a:gd name="connsiteY7" fmla="*/ 40251 h 128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975" h="128439">
                <a:moveTo>
                  <a:pt x="103695" y="40251"/>
                </a:moveTo>
                <a:cubicBezTo>
                  <a:pt x="119406" y="59104"/>
                  <a:pt x="131975" y="95282"/>
                  <a:pt x="131975" y="125092"/>
                </a:cubicBezTo>
                <a:cubicBezTo>
                  <a:pt x="131975" y="135029"/>
                  <a:pt x="112583" y="120109"/>
                  <a:pt x="103695" y="115665"/>
                </a:cubicBezTo>
                <a:cubicBezTo>
                  <a:pt x="93561" y="110598"/>
                  <a:pt x="85548" y="101879"/>
                  <a:pt x="75414" y="96812"/>
                </a:cubicBezTo>
                <a:cubicBezTo>
                  <a:pt x="56088" y="87149"/>
                  <a:pt x="17930" y="81544"/>
                  <a:pt x="0" y="77958"/>
                </a:cubicBezTo>
                <a:cubicBezTo>
                  <a:pt x="3142" y="52820"/>
                  <a:pt x="-3142" y="24540"/>
                  <a:pt x="9427" y="2544"/>
                </a:cubicBezTo>
                <a:cubicBezTo>
                  <a:pt x="14357" y="-6083"/>
                  <a:pt x="28007" y="9816"/>
                  <a:pt x="37707" y="11971"/>
                </a:cubicBezTo>
                <a:cubicBezTo>
                  <a:pt x="107701" y="27525"/>
                  <a:pt x="87984" y="21398"/>
                  <a:pt x="103695" y="4025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任意多边形: 形状 87"/>
          <p:cNvSpPr/>
          <p:nvPr/>
        </p:nvSpPr>
        <p:spPr>
          <a:xfrm>
            <a:off x="9064370" y="3495243"/>
            <a:ext cx="144217" cy="79732"/>
          </a:xfrm>
          <a:custGeom>
            <a:avLst/>
            <a:gdLst>
              <a:gd name="connsiteX0" fmla="*/ 134819 w 144217"/>
              <a:gd name="connsiteY0" fmla="*/ 4317 h 79732"/>
              <a:gd name="connsiteX1" fmla="*/ 2844 w 144217"/>
              <a:gd name="connsiteY1" fmla="*/ 60878 h 79732"/>
              <a:gd name="connsiteX2" fmla="*/ 31124 w 144217"/>
              <a:gd name="connsiteY2" fmla="*/ 79732 h 79732"/>
              <a:gd name="connsiteX3" fmla="*/ 59405 w 144217"/>
              <a:gd name="connsiteY3" fmla="*/ 70305 h 79732"/>
              <a:gd name="connsiteX4" fmla="*/ 125392 w 144217"/>
              <a:gd name="connsiteY4" fmla="*/ 60878 h 79732"/>
              <a:gd name="connsiteX5" fmla="*/ 134819 w 144217"/>
              <a:gd name="connsiteY5" fmla="*/ 4317 h 7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217" h="79732">
                <a:moveTo>
                  <a:pt x="134819" y="4317"/>
                </a:moveTo>
                <a:cubicBezTo>
                  <a:pt x="114394" y="4317"/>
                  <a:pt x="-21188" y="-23238"/>
                  <a:pt x="2844" y="60878"/>
                </a:cubicBezTo>
                <a:cubicBezTo>
                  <a:pt x="5956" y="71772"/>
                  <a:pt x="21697" y="73447"/>
                  <a:pt x="31124" y="79732"/>
                </a:cubicBezTo>
                <a:cubicBezTo>
                  <a:pt x="40551" y="76590"/>
                  <a:pt x="49661" y="72254"/>
                  <a:pt x="59405" y="70305"/>
                </a:cubicBezTo>
                <a:cubicBezTo>
                  <a:pt x="81192" y="65947"/>
                  <a:pt x="110932" y="77748"/>
                  <a:pt x="125392" y="60878"/>
                </a:cubicBezTo>
                <a:cubicBezTo>
                  <a:pt x="137831" y="46366"/>
                  <a:pt x="155244" y="4317"/>
                  <a:pt x="134819" y="431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任意多边形: 形状 88"/>
          <p:cNvSpPr/>
          <p:nvPr/>
        </p:nvSpPr>
        <p:spPr>
          <a:xfrm>
            <a:off x="8454216" y="3581400"/>
            <a:ext cx="118463" cy="102094"/>
          </a:xfrm>
          <a:custGeom>
            <a:avLst/>
            <a:gdLst>
              <a:gd name="connsiteX0" fmla="*/ 4637 w 118463"/>
              <a:gd name="connsiteY0" fmla="*/ 380 h 102094"/>
              <a:gd name="connsiteX1" fmla="*/ 117758 w 118463"/>
              <a:gd name="connsiteY1" fmla="*/ 85221 h 102094"/>
              <a:gd name="connsiteX2" fmla="*/ 32917 w 118463"/>
              <a:gd name="connsiteY2" fmla="*/ 94648 h 102094"/>
              <a:gd name="connsiteX3" fmla="*/ 14063 w 118463"/>
              <a:gd name="connsiteY3" fmla="*/ 66367 h 102094"/>
              <a:gd name="connsiteX4" fmla="*/ 4637 w 118463"/>
              <a:gd name="connsiteY4" fmla="*/ 380 h 102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463" h="102094">
                <a:moveTo>
                  <a:pt x="4637" y="380"/>
                </a:moveTo>
                <a:cubicBezTo>
                  <a:pt x="21920" y="3522"/>
                  <a:pt x="104214" y="40075"/>
                  <a:pt x="117758" y="85221"/>
                </a:cubicBezTo>
                <a:cubicBezTo>
                  <a:pt x="125934" y="112475"/>
                  <a:pt x="60912" y="99738"/>
                  <a:pt x="32917" y="94648"/>
                </a:cubicBezTo>
                <a:cubicBezTo>
                  <a:pt x="21770" y="92621"/>
                  <a:pt x="20348" y="75794"/>
                  <a:pt x="14063" y="66367"/>
                </a:cubicBezTo>
                <a:cubicBezTo>
                  <a:pt x="24723" y="13070"/>
                  <a:pt x="-12646" y="-2762"/>
                  <a:pt x="4637" y="3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任意多边形: 形状 89"/>
          <p:cNvSpPr/>
          <p:nvPr/>
        </p:nvSpPr>
        <p:spPr>
          <a:xfrm>
            <a:off x="8572679" y="3913694"/>
            <a:ext cx="115359" cy="75414"/>
          </a:xfrm>
          <a:custGeom>
            <a:avLst/>
            <a:gdLst>
              <a:gd name="connsiteX0" fmla="*/ 115359 w 115359"/>
              <a:gd name="connsiteY0" fmla="*/ 75414 h 75414"/>
              <a:gd name="connsiteX1" fmla="*/ 68225 w 115359"/>
              <a:gd name="connsiteY1" fmla="*/ 56561 h 75414"/>
              <a:gd name="connsiteX2" fmla="*/ 2238 w 115359"/>
              <a:gd name="connsiteY2" fmla="*/ 47134 h 75414"/>
              <a:gd name="connsiteX3" fmla="*/ 21091 w 115359"/>
              <a:gd name="connsiteY3" fmla="*/ 18854 h 75414"/>
              <a:gd name="connsiteX4" fmla="*/ 49372 w 115359"/>
              <a:gd name="connsiteY4" fmla="*/ 0 h 75414"/>
              <a:gd name="connsiteX5" fmla="*/ 96506 w 115359"/>
              <a:gd name="connsiteY5" fmla="*/ 9427 h 75414"/>
              <a:gd name="connsiteX6" fmla="*/ 105933 w 115359"/>
              <a:gd name="connsiteY6" fmla="*/ 37707 h 75414"/>
              <a:gd name="connsiteX7" fmla="*/ 115359 w 115359"/>
              <a:gd name="connsiteY7" fmla="*/ 75414 h 75414"/>
              <a:gd name="connsiteX8" fmla="*/ 115359 w 115359"/>
              <a:gd name="connsiteY8" fmla="*/ 75414 h 75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359" h="75414">
                <a:moveTo>
                  <a:pt x="115359" y="75414"/>
                </a:moveTo>
                <a:cubicBezTo>
                  <a:pt x="107503" y="72272"/>
                  <a:pt x="84641" y="60665"/>
                  <a:pt x="68225" y="56561"/>
                </a:cubicBezTo>
                <a:cubicBezTo>
                  <a:pt x="46669" y="51172"/>
                  <a:pt x="19588" y="61014"/>
                  <a:pt x="2238" y="47134"/>
                </a:cubicBezTo>
                <a:cubicBezTo>
                  <a:pt x="-6609" y="40057"/>
                  <a:pt x="13080" y="26865"/>
                  <a:pt x="21091" y="18854"/>
                </a:cubicBezTo>
                <a:cubicBezTo>
                  <a:pt x="29102" y="10843"/>
                  <a:pt x="39945" y="6285"/>
                  <a:pt x="49372" y="0"/>
                </a:cubicBezTo>
                <a:cubicBezTo>
                  <a:pt x="65083" y="3142"/>
                  <a:pt x="83174" y="539"/>
                  <a:pt x="96506" y="9427"/>
                </a:cubicBezTo>
                <a:cubicBezTo>
                  <a:pt x="104774" y="14939"/>
                  <a:pt x="103203" y="28153"/>
                  <a:pt x="105933" y="37707"/>
                </a:cubicBezTo>
                <a:cubicBezTo>
                  <a:pt x="109492" y="50164"/>
                  <a:pt x="109565" y="63826"/>
                  <a:pt x="115359" y="75414"/>
                </a:cubicBezTo>
                <a:lnTo>
                  <a:pt x="115359" y="75414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任意多边形: 形状 90"/>
          <p:cNvSpPr/>
          <p:nvPr/>
        </p:nvSpPr>
        <p:spPr>
          <a:xfrm>
            <a:off x="7630050" y="3597915"/>
            <a:ext cx="110309" cy="113659"/>
          </a:xfrm>
          <a:custGeom>
            <a:avLst/>
            <a:gdLst>
              <a:gd name="connsiteX0" fmla="*/ 103698 w 110309"/>
              <a:gd name="connsiteY0" fmla="*/ 19391 h 113659"/>
              <a:gd name="connsiteX1" fmla="*/ 9430 w 110309"/>
              <a:gd name="connsiteY1" fmla="*/ 538 h 113659"/>
              <a:gd name="connsiteX2" fmla="*/ 3 w 110309"/>
              <a:gd name="connsiteY2" fmla="*/ 28818 h 113659"/>
              <a:gd name="connsiteX3" fmla="*/ 9430 w 110309"/>
              <a:gd name="connsiteY3" fmla="*/ 75952 h 113659"/>
              <a:gd name="connsiteX4" fmla="*/ 65991 w 110309"/>
              <a:gd name="connsiteY4" fmla="*/ 113659 h 113659"/>
              <a:gd name="connsiteX5" fmla="*/ 103698 w 110309"/>
              <a:gd name="connsiteY5" fmla="*/ 75952 h 113659"/>
              <a:gd name="connsiteX6" fmla="*/ 103698 w 110309"/>
              <a:gd name="connsiteY6" fmla="*/ 19391 h 11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309" h="113659">
                <a:moveTo>
                  <a:pt x="103698" y="19391"/>
                </a:moveTo>
                <a:cubicBezTo>
                  <a:pt x="87987" y="6822"/>
                  <a:pt x="41343" y="-2363"/>
                  <a:pt x="9430" y="538"/>
                </a:cubicBezTo>
                <a:cubicBezTo>
                  <a:pt x="-466" y="1438"/>
                  <a:pt x="3" y="18881"/>
                  <a:pt x="3" y="28818"/>
                </a:cubicBezTo>
                <a:cubicBezTo>
                  <a:pt x="3" y="44840"/>
                  <a:pt x="-407" y="63305"/>
                  <a:pt x="9430" y="75952"/>
                </a:cubicBezTo>
                <a:cubicBezTo>
                  <a:pt x="23341" y="93838"/>
                  <a:pt x="65991" y="113659"/>
                  <a:pt x="65991" y="113659"/>
                </a:cubicBezTo>
                <a:cubicBezTo>
                  <a:pt x="84845" y="107375"/>
                  <a:pt x="109983" y="107375"/>
                  <a:pt x="103698" y="75952"/>
                </a:cubicBezTo>
                <a:cubicBezTo>
                  <a:pt x="101955" y="67237"/>
                  <a:pt x="119409" y="31960"/>
                  <a:pt x="103698" y="1939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任意多边形: 形状 91"/>
          <p:cNvSpPr/>
          <p:nvPr/>
        </p:nvSpPr>
        <p:spPr>
          <a:xfrm>
            <a:off x="9632534" y="3210523"/>
            <a:ext cx="110034" cy="90251"/>
          </a:xfrm>
          <a:custGeom>
            <a:avLst/>
            <a:gdLst>
              <a:gd name="connsiteX0" fmla="*/ 101929 w 110034"/>
              <a:gd name="connsiteY0" fmla="*/ 5700 h 90251"/>
              <a:gd name="connsiteX1" fmla="*/ 92502 w 110034"/>
              <a:gd name="connsiteY1" fmla="*/ 81114 h 90251"/>
              <a:gd name="connsiteX2" fmla="*/ 7661 w 110034"/>
              <a:gd name="connsiteY2" fmla="*/ 71688 h 90251"/>
              <a:gd name="connsiteX3" fmla="*/ 17088 w 110034"/>
              <a:gd name="connsiteY3" fmla="*/ 15127 h 90251"/>
              <a:gd name="connsiteX4" fmla="*/ 101929 w 110034"/>
              <a:gd name="connsiteY4" fmla="*/ 5700 h 90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034" h="90251">
                <a:moveTo>
                  <a:pt x="101929" y="5700"/>
                </a:moveTo>
                <a:cubicBezTo>
                  <a:pt x="114498" y="16698"/>
                  <a:pt x="113256" y="66586"/>
                  <a:pt x="92502" y="81114"/>
                </a:cubicBezTo>
                <a:cubicBezTo>
                  <a:pt x="69191" y="97432"/>
                  <a:pt x="29075" y="90425"/>
                  <a:pt x="7661" y="71688"/>
                </a:cubicBezTo>
                <a:cubicBezTo>
                  <a:pt x="-6724" y="59102"/>
                  <a:pt x="698" y="24961"/>
                  <a:pt x="17088" y="15127"/>
                </a:cubicBezTo>
                <a:cubicBezTo>
                  <a:pt x="41338" y="577"/>
                  <a:pt x="89360" y="-5298"/>
                  <a:pt x="101929" y="570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任意多边形: 形状 92"/>
          <p:cNvSpPr/>
          <p:nvPr/>
        </p:nvSpPr>
        <p:spPr>
          <a:xfrm>
            <a:off x="8165628" y="3438293"/>
            <a:ext cx="159730" cy="98701"/>
          </a:xfrm>
          <a:custGeom>
            <a:avLst/>
            <a:gdLst>
              <a:gd name="connsiteX0" fmla="*/ 150828 w 159730"/>
              <a:gd name="connsiteY0" fmla="*/ 70421 h 98701"/>
              <a:gd name="connsiteX1" fmla="*/ 0 w 159730"/>
              <a:gd name="connsiteY1" fmla="*/ 32714 h 98701"/>
              <a:gd name="connsiteX2" fmla="*/ 9426 w 159730"/>
              <a:gd name="connsiteY2" fmla="*/ 60994 h 98701"/>
              <a:gd name="connsiteX3" fmla="*/ 37707 w 159730"/>
              <a:gd name="connsiteY3" fmla="*/ 51567 h 98701"/>
              <a:gd name="connsiteX4" fmla="*/ 75414 w 159730"/>
              <a:gd name="connsiteY4" fmla="*/ 89275 h 98701"/>
              <a:gd name="connsiteX5" fmla="*/ 103694 w 159730"/>
              <a:gd name="connsiteY5" fmla="*/ 98701 h 98701"/>
              <a:gd name="connsiteX6" fmla="*/ 131975 w 159730"/>
              <a:gd name="connsiteY6" fmla="*/ 89275 h 98701"/>
              <a:gd name="connsiteX7" fmla="*/ 141402 w 159730"/>
              <a:gd name="connsiteY7" fmla="*/ 60994 h 98701"/>
              <a:gd name="connsiteX8" fmla="*/ 150828 w 159730"/>
              <a:gd name="connsiteY8" fmla="*/ 70421 h 98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730" h="98701">
                <a:moveTo>
                  <a:pt x="150828" y="70421"/>
                </a:moveTo>
                <a:cubicBezTo>
                  <a:pt x="127261" y="65708"/>
                  <a:pt x="0" y="-56986"/>
                  <a:pt x="0" y="32714"/>
                </a:cubicBezTo>
                <a:cubicBezTo>
                  <a:pt x="0" y="42651"/>
                  <a:pt x="6284" y="51567"/>
                  <a:pt x="9426" y="60994"/>
                </a:cubicBezTo>
                <a:cubicBezTo>
                  <a:pt x="18853" y="57852"/>
                  <a:pt x="27770" y="51567"/>
                  <a:pt x="37707" y="51567"/>
                </a:cubicBezTo>
                <a:cubicBezTo>
                  <a:pt x="87982" y="51567"/>
                  <a:pt x="50276" y="64137"/>
                  <a:pt x="75414" y="89275"/>
                </a:cubicBezTo>
                <a:cubicBezTo>
                  <a:pt x="82440" y="96301"/>
                  <a:pt x="94267" y="95559"/>
                  <a:pt x="103694" y="98701"/>
                </a:cubicBezTo>
                <a:cubicBezTo>
                  <a:pt x="113121" y="95559"/>
                  <a:pt x="124949" y="96301"/>
                  <a:pt x="131975" y="89275"/>
                </a:cubicBezTo>
                <a:cubicBezTo>
                  <a:pt x="139002" y="82249"/>
                  <a:pt x="137712" y="70220"/>
                  <a:pt x="141402" y="60994"/>
                </a:cubicBezTo>
                <a:cubicBezTo>
                  <a:pt x="144011" y="54470"/>
                  <a:pt x="174395" y="75134"/>
                  <a:pt x="150828" y="7042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任意多边形: 形状 93"/>
          <p:cNvSpPr/>
          <p:nvPr/>
        </p:nvSpPr>
        <p:spPr>
          <a:xfrm>
            <a:off x="7667191" y="4099269"/>
            <a:ext cx="88042" cy="126071"/>
          </a:xfrm>
          <a:custGeom>
            <a:avLst/>
            <a:gdLst>
              <a:gd name="connsiteX0" fmla="*/ 75414 w 88042"/>
              <a:gd name="connsiteY0" fmla="*/ 3523 h 126071"/>
              <a:gd name="connsiteX1" fmla="*/ 84841 w 88042"/>
              <a:gd name="connsiteY1" fmla="*/ 88364 h 126071"/>
              <a:gd name="connsiteX2" fmla="*/ 56561 w 88042"/>
              <a:gd name="connsiteY2" fmla="*/ 97791 h 126071"/>
              <a:gd name="connsiteX3" fmla="*/ 47134 w 88042"/>
              <a:gd name="connsiteY3" fmla="*/ 126071 h 126071"/>
              <a:gd name="connsiteX4" fmla="*/ 0 w 88042"/>
              <a:gd name="connsiteY4" fmla="*/ 41230 h 126071"/>
              <a:gd name="connsiteX5" fmla="*/ 75414 w 88042"/>
              <a:gd name="connsiteY5" fmla="*/ 3523 h 12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042" h="126071">
                <a:moveTo>
                  <a:pt x="75414" y="3523"/>
                </a:moveTo>
                <a:cubicBezTo>
                  <a:pt x="89554" y="11379"/>
                  <a:pt x="90421" y="60462"/>
                  <a:pt x="84841" y="88364"/>
                </a:cubicBezTo>
                <a:cubicBezTo>
                  <a:pt x="82892" y="98108"/>
                  <a:pt x="63587" y="90765"/>
                  <a:pt x="56561" y="97791"/>
                </a:cubicBezTo>
                <a:cubicBezTo>
                  <a:pt x="49535" y="104817"/>
                  <a:pt x="50276" y="116644"/>
                  <a:pt x="47134" y="126071"/>
                </a:cubicBezTo>
                <a:cubicBezTo>
                  <a:pt x="3915" y="61243"/>
                  <a:pt x="16592" y="91007"/>
                  <a:pt x="0" y="41230"/>
                </a:cubicBezTo>
                <a:cubicBezTo>
                  <a:pt x="14396" y="-1955"/>
                  <a:pt x="61274" y="-4333"/>
                  <a:pt x="75414" y="352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任意多边形: 形状 94"/>
          <p:cNvSpPr/>
          <p:nvPr/>
        </p:nvSpPr>
        <p:spPr>
          <a:xfrm rot="3630040">
            <a:off x="9303077" y="4273330"/>
            <a:ext cx="123854" cy="98627"/>
          </a:xfrm>
          <a:custGeom>
            <a:avLst/>
            <a:gdLst>
              <a:gd name="connsiteX0" fmla="*/ 57119 w 123854"/>
              <a:gd name="connsiteY0" fmla="*/ 37707 h 98627"/>
              <a:gd name="connsiteX1" fmla="*/ 47692 w 123854"/>
              <a:gd name="connsiteY1" fmla="*/ 94268 h 98627"/>
              <a:gd name="connsiteX2" fmla="*/ 9985 w 123854"/>
              <a:gd name="connsiteY2" fmla="*/ 84841 h 98627"/>
              <a:gd name="connsiteX3" fmla="*/ 47692 w 123854"/>
              <a:gd name="connsiteY3" fmla="*/ 0 h 98627"/>
              <a:gd name="connsiteX4" fmla="*/ 123106 w 123854"/>
              <a:gd name="connsiteY4" fmla="*/ 37707 h 98627"/>
              <a:gd name="connsiteX5" fmla="*/ 94826 w 123854"/>
              <a:gd name="connsiteY5" fmla="*/ 47134 h 98627"/>
              <a:gd name="connsiteX6" fmla="*/ 47692 w 123854"/>
              <a:gd name="connsiteY6" fmla="*/ 37707 h 98627"/>
              <a:gd name="connsiteX7" fmla="*/ 19411 w 123854"/>
              <a:gd name="connsiteY7" fmla="*/ 28280 h 98627"/>
              <a:gd name="connsiteX8" fmla="*/ 57119 w 123854"/>
              <a:gd name="connsiteY8" fmla="*/ 37707 h 9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854" h="98627">
                <a:moveTo>
                  <a:pt x="57119" y="37707"/>
                </a:moveTo>
                <a:cubicBezTo>
                  <a:pt x="61833" y="48705"/>
                  <a:pt x="61207" y="80753"/>
                  <a:pt x="47692" y="94268"/>
                </a:cubicBezTo>
                <a:cubicBezTo>
                  <a:pt x="38531" y="103429"/>
                  <a:pt x="14082" y="97132"/>
                  <a:pt x="9985" y="84841"/>
                </a:cubicBezTo>
                <a:cubicBezTo>
                  <a:pt x="-14532" y="11292"/>
                  <a:pt x="9175" y="12839"/>
                  <a:pt x="47692" y="0"/>
                </a:cubicBezTo>
                <a:cubicBezTo>
                  <a:pt x="49832" y="357"/>
                  <a:pt x="132532" y="4"/>
                  <a:pt x="123106" y="37707"/>
                </a:cubicBezTo>
                <a:cubicBezTo>
                  <a:pt x="120696" y="47347"/>
                  <a:pt x="104253" y="43992"/>
                  <a:pt x="94826" y="47134"/>
                </a:cubicBezTo>
                <a:cubicBezTo>
                  <a:pt x="79115" y="43992"/>
                  <a:pt x="63236" y="41593"/>
                  <a:pt x="47692" y="37707"/>
                </a:cubicBezTo>
                <a:cubicBezTo>
                  <a:pt x="38052" y="35297"/>
                  <a:pt x="11143" y="33792"/>
                  <a:pt x="19411" y="28280"/>
                </a:cubicBezTo>
                <a:cubicBezTo>
                  <a:pt x="35315" y="17678"/>
                  <a:pt x="52405" y="26709"/>
                  <a:pt x="57119" y="3770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任意多边形: 形状 95"/>
          <p:cNvSpPr/>
          <p:nvPr/>
        </p:nvSpPr>
        <p:spPr>
          <a:xfrm>
            <a:off x="7431200" y="3841171"/>
            <a:ext cx="109886" cy="99319"/>
          </a:xfrm>
          <a:custGeom>
            <a:avLst/>
            <a:gdLst>
              <a:gd name="connsiteX0" fmla="*/ 33729 w 109886"/>
              <a:gd name="connsiteY0" fmla="*/ 94604 h 99319"/>
              <a:gd name="connsiteX1" fmla="*/ 109143 w 109886"/>
              <a:gd name="connsiteY1" fmla="*/ 19190 h 99319"/>
              <a:gd name="connsiteX2" fmla="*/ 80863 w 109886"/>
              <a:gd name="connsiteY2" fmla="*/ 336 h 99319"/>
              <a:gd name="connsiteX3" fmla="*/ 24302 w 109886"/>
              <a:gd name="connsiteY3" fmla="*/ 9763 h 99319"/>
              <a:gd name="connsiteX4" fmla="*/ 14875 w 109886"/>
              <a:gd name="connsiteY4" fmla="*/ 85177 h 99319"/>
              <a:gd name="connsiteX5" fmla="*/ 33729 w 109886"/>
              <a:gd name="connsiteY5" fmla="*/ 94604 h 99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886" h="99319">
                <a:moveTo>
                  <a:pt x="33729" y="94604"/>
                </a:moveTo>
                <a:cubicBezTo>
                  <a:pt x="49440" y="83606"/>
                  <a:pt x="93244" y="50987"/>
                  <a:pt x="109143" y="19190"/>
                </a:cubicBezTo>
                <a:cubicBezTo>
                  <a:pt x="114210" y="9057"/>
                  <a:pt x="92123" y="1587"/>
                  <a:pt x="80863" y="336"/>
                </a:cubicBezTo>
                <a:cubicBezTo>
                  <a:pt x="61866" y="-1775"/>
                  <a:pt x="43156" y="6621"/>
                  <a:pt x="24302" y="9763"/>
                </a:cubicBezTo>
                <a:cubicBezTo>
                  <a:pt x="11269" y="29312"/>
                  <a:pt x="-17576" y="58135"/>
                  <a:pt x="14875" y="85177"/>
                </a:cubicBezTo>
                <a:cubicBezTo>
                  <a:pt x="26945" y="95235"/>
                  <a:pt x="18018" y="105602"/>
                  <a:pt x="33729" y="9460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任意多边形: 形状 96"/>
          <p:cNvSpPr/>
          <p:nvPr/>
        </p:nvSpPr>
        <p:spPr>
          <a:xfrm>
            <a:off x="7199248" y="4256022"/>
            <a:ext cx="98714" cy="151527"/>
          </a:xfrm>
          <a:custGeom>
            <a:avLst/>
            <a:gdLst>
              <a:gd name="connsiteX0" fmla="*/ 65988 w 98714"/>
              <a:gd name="connsiteY0" fmla="*/ 130134 h 151527"/>
              <a:gd name="connsiteX1" fmla="*/ 94268 w 98714"/>
              <a:gd name="connsiteY1" fmla="*/ 35866 h 151527"/>
              <a:gd name="connsiteX2" fmla="*/ 0 w 98714"/>
              <a:gd name="connsiteY2" fmla="*/ 73573 h 151527"/>
              <a:gd name="connsiteX3" fmla="*/ 9427 w 98714"/>
              <a:gd name="connsiteY3" fmla="*/ 139561 h 151527"/>
              <a:gd name="connsiteX4" fmla="*/ 75415 w 98714"/>
              <a:gd name="connsiteY4" fmla="*/ 139561 h 151527"/>
              <a:gd name="connsiteX5" fmla="*/ 65988 w 98714"/>
              <a:gd name="connsiteY5" fmla="*/ 130134 h 15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714" h="151527">
                <a:moveTo>
                  <a:pt x="65988" y="130134"/>
                </a:moveTo>
                <a:cubicBezTo>
                  <a:pt x="69130" y="112851"/>
                  <a:pt x="112466" y="63162"/>
                  <a:pt x="94268" y="35866"/>
                </a:cubicBezTo>
                <a:cubicBezTo>
                  <a:pt x="33463" y="-55341"/>
                  <a:pt x="6583" y="53825"/>
                  <a:pt x="0" y="73573"/>
                </a:cubicBezTo>
                <a:cubicBezTo>
                  <a:pt x="3142" y="95569"/>
                  <a:pt x="-2349" y="120719"/>
                  <a:pt x="9427" y="139561"/>
                </a:cubicBezTo>
                <a:cubicBezTo>
                  <a:pt x="25182" y="164770"/>
                  <a:pt x="59074" y="142829"/>
                  <a:pt x="75415" y="139561"/>
                </a:cubicBezTo>
                <a:cubicBezTo>
                  <a:pt x="81577" y="138329"/>
                  <a:pt x="62846" y="147417"/>
                  <a:pt x="65988" y="13013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任意多边形: 形状 97"/>
          <p:cNvSpPr/>
          <p:nvPr/>
        </p:nvSpPr>
        <p:spPr>
          <a:xfrm>
            <a:off x="8946372" y="2929149"/>
            <a:ext cx="182112" cy="97086"/>
          </a:xfrm>
          <a:custGeom>
            <a:avLst/>
            <a:gdLst>
              <a:gd name="connsiteX0" fmla="*/ 134978 w 182112"/>
              <a:gd name="connsiteY0" fmla="*/ 53559 h 97086"/>
              <a:gd name="connsiteX1" fmla="*/ 59563 w 182112"/>
              <a:gd name="connsiteY1" fmla="*/ 6425 h 97086"/>
              <a:gd name="connsiteX2" fmla="*/ 31283 w 182112"/>
              <a:gd name="connsiteY2" fmla="*/ 15852 h 97086"/>
              <a:gd name="connsiteX3" fmla="*/ 12429 w 182112"/>
              <a:gd name="connsiteY3" fmla="*/ 81840 h 97086"/>
              <a:gd name="connsiteX4" fmla="*/ 40709 w 182112"/>
              <a:gd name="connsiteY4" fmla="*/ 91267 h 97086"/>
              <a:gd name="connsiteX5" fmla="*/ 182112 w 182112"/>
              <a:gd name="connsiteY5" fmla="*/ 53559 h 97086"/>
              <a:gd name="connsiteX6" fmla="*/ 172685 w 182112"/>
              <a:gd name="connsiteY6" fmla="*/ 25279 h 97086"/>
              <a:gd name="connsiteX7" fmla="*/ 116124 w 182112"/>
              <a:gd name="connsiteY7" fmla="*/ 34706 h 97086"/>
              <a:gd name="connsiteX8" fmla="*/ 134978 w 182112"/>
              <a:gd name="connsiteY8" fmla="*/ 53559 h 9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112" h="97086">
                <a:moveTo>
                  <a:pt x="134978" y="53559"/>
                </a:moveTo>
                <a:cubicBezTo>
                  <a:pt x="125551" y="48845"/>
                  <a:pt x="114788" y="-21187"/>
                  <a:pt x="59563" y="6425"/>
                </a:cubicBezTo>
                <a:cubicBezTo>
                  <a:pt x="50675" y="10869"/>
                  <a:pt x="40710" y="12710"/>
                  <a:pt x="31283" y="15852"/>
                </a:cubicBezTo>
                <a:cubicBezTo>
                  <a:pt x="9763" y="37372"/>
                  <a:pt x="-15705" y="46673"/>
                  <a:pt x="12429" y="81840"/>
                </a:cubicBezTo>
                <a:cubicBezTo>
                  <a:pt x="18636" y="89599"/>
                  <a:pt x="31282" y="88125"/>
                  <a:pt x="40709" y="91267"/>
                </a:cubicBezTo>
                <a:cubicBezTo>
                  <a:pt x="78854" y="88542"/>
                  <a:pt x="182112" y="122011"/>
                  <a:pt x="182112" y="53559"/>
                </a:cubicBezTo>
                <a:cubicBezTo>
                  <a:pt x="182112" y="43622"/>
                  <a:pt x="175827" y="34706"/>
                  <a:pt x="172685" y="25279"/>
                </a:cubicBezTo>
                <a:cubicBezTo>
                  <a:pt x="153831" y="28421"/>
                  <a:pt x="131049" y="22766"/>
                  <a:pt x="116124" y="34706"/>
                </a:cubicBezTo>
                <a:cubicBezTo>
                  <a:pt x="108365" y="40913"/>
                  <a:pt x="144405" y="58273"/>
                  <a:pt x="134978" y="53559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任意多边形: 形状 98"/>
          <p:cNvSpPr/>
          <p:nvPr/>
        </p:nvSpPr>
        <p:spPr>
          <a:xfrm>
            <a:off x="8156980" y="3223947"/>
            <a:ext cx="111343" cy="152775"/>
          </a:xfrm>
          <a:custGeom>
            <a:avLst/>
            <a:gdLst>
              <a:gd name="connsiteX0" fmla="*/ 43314 w 111343"/>
              <a:gd name="connsiteY0" fmla="*/ 11373 h 152775"/>
              <a:gd name="connsiteX1" fmla="*/ 33887 w 111343"/>
              <a:gd name="connsiteY1" fmla="*/ 152775 h 152775"/>
              <a:gd name="connsiteX2" fmla="*/ 90448 w 111343"/>
              <a:gd name="connsiteY2" fmla="*/ 143349 h 152775"/>
              <a:gd name="connsiteX3" fmla="*/ 109301 w 111343"/>
              <a:gd name="connsiteY3" fmla="*/ 115068 h 152775"/>
              <a:gd name="connsiteX4" fmla="*/ 71594 w 111343"/>
              <a:gd name="connsiteY4" fmla="*/ 11373 h 152775"/>
              <a:gd name="connsiteX5" fmla="*/ 43314 w 111343"/>
              <a:gd name="connsiteY5" fmla="*/ 11373 h 152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343" h="152775">
                <a:moveTo>
                  <a:pt x="43314" y="11373"/>
                </a:moveTo>
                <a:cubicBezTo>
                  <a:pt x="37029" y="34940"/>
                  <a:pt x="-44626" y="152775"/>
                  <a:pt x="33887" y="152775"/>
                </a:cubicBezTo>
                <a:cubicBezTo>
                  <a:pt x="53001" y="152775"/>
                  <a:pt x="71594" y="146491"/>
                  <a:pt x="90448" y="143349"/>
                </a:cubicBezTo>
                <a:cubicBezTo>
                  <a:pt x="96732" y="133922"/>
                  <a:pt x="108360" y="126359"/>
                  <a:pt x="109301" y="115068"/>
                </a:cubicBezTo>
                <a:cubicBezTo>
                  <a:pt x="112490" y="76802"/>
                  <a:pt x="118029" y="22982"/>
                  <a:pt x="71594" y="11373"/>
                </a:cubicBezTo>
                <a:cubicBezTo>
                  <a:pt x="56352" y="7562"/>
                  <a:pt x="49599" y="-12194"/>
                  <a:pt x="43314" y="113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任意多边形: 形状 99"/>
          <p:cNvSpPr/>
          <p:nvPr/>
        </p:nvSpPr>
        <p:spPr>
          <a:xfrm>
            <a:off x="8825177" y="3855145"/>
            <a:ext cx="142432" cy="117097"/>
          </a:xfrm>
          <a:custGeom>
            <a:avLst/>
            <a:gdLst>
              <a:gd name="connsiteX0" fmla="*/ 103695 w 142432"/>
              <a:gd name="connsiteY0" fmla="*/ 2580 h 117097"/>
              <a:gd name="connsiteX1" fmla="*/ 141402 w 142432"/>
              <a:gd name="connsiteY1" fmla="*/ 68568 h 117097"/>
              <a:gd name="connsiteX2" fmla="*/ 131975 w 142432"/>
              <a:gd name="connsiteY2" fmla="*/ 96848 h 117097"/>
              <a:gd name="connsiteX3" fmla="*/ 94268 w 142432"/>
              <a:gd name="connsiteY3" fmla="*/ 87421 h 117097"/>
              <a:gd name="connsiteX4" fmla="*/ 47134 w 142432"/>
              <a:gd name="connsiteY4" fmla="*/ 96848 h 117097"/>
              <a:gd name="connsiteX5" fmla="*/ 18854 w 142432"/>
              <a:gd name="connsiteY5" fmla="*/ 115702 h 117097"/>
              <a:gd name="connsiteX6" fmla="*/ 0 w 142432"/>
              <a:gd name="connsiteY6" fmla="*/ 59141 h 117097"/>
              <a:gd name="connsiteX7" fmla="*/ 28280 w 142432"/>
              <a:gd name="connsiteY7" fmla="*/ 40287 h 117097"/>
              <a:gd name="connsiteX8" fmla="*/ 65988 w 142432"/>
              <a:gd name="connsiteY8" fmla="*/ 30860 h 117097"/>
              <a:gd name="connsiteX9" fmla="*/ 103695 w 142432"/>
              <a:gd name="connsiteY9" fmla="*/ 2580 h 117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2432" h="117097">
                <a:moveTo>
                  <a:pt x="103695" y="2580"/>
                </a:moveTo>
                <a:cubicBezTo>
                  <a:pt x="116264" y="8865"/>
                  <a:pt x="134122" y="44303"/>
                  <a:pt x="141402" y="68568"/>
                </a:cubicBezTo>
                <a:cubicBezTo>
                  <a:pt x="144257" y="78086"/>
                  <a:pt x="141201" y="93158"/>
                  <a:pt x="131975" y="96848"/>
                </a:cubicBezTo>
                <a:cubicBezTo>
                  <a:pt x="119946" y="101660"/>
                  <a:pt x="106837" y="90563"/>
                  <a:pt x="94268" y="87421"/>
                </a:cubicBezTo>
                <a:cubicBezTo>
                  <a:pt x="78557" y="90563"/>
                  <a:pt x="62136" y="91222"/>
                  <a:pt x="47134" y="96848"/>
                </a:cubicBezTo>
                <a:cubicBezTo>
                  <a:pt x="36526" y="100826"/>
                  <a:pt x="27701" y="122780"/>
                  <a:pt x="18854" y="115702"/>
                </a:cubicBezTo>
                <a:cubicBezTo>
                  <a:pt x="3335" y="103287"/>
                  <a:pt x="0" y="59141"/>
                  <a:pt x="0" y="59141"/>
                </a:cubicBezTo>
                <a:cubicBezTo>
                  <a:pt x="9427" y="52856"/>
                  <a:pt x="17867" y="44750"/>
                  <a:pt x="28280" y="40287"/>
                </a:cubicBezTo>
                <a:cubicBezTo>
                  <a:pt x="40189" y="35183"/>
                  <a:pt x="55208" y="38047"/>
                  <a:pt x="65988" y="30860"/>
                </a:cubicBezTo>
                <a:cubicBezTo>
                  <a:pt x="112330" y="-35"/>
                  <a:pt x="91126" y="-3705"/>
                  <a:pt x="103695" y="25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任意多边形: 形状 100"/>
          <p:cNvSpPr/>
          <p:nvPr/>
        </p:nvSpPr>
        <p:spPr>
          <a:xfrm rot="17062814">
            <a:off x="7931318" y="5148923"/>
            <a:ext cx="142199" cy="106638"/>
          </a:xfrm>
          <a:custGeom>
            <a:avLst/>
            <a:gdLst>
              <a:gd name="connsiteX0" fmla="*/ 75945 w 142199"/>
              <a:gd name="connsiteY0" fmla="*/ 12370 h 106638"/>
              <a:gd name="connsiteX1" fmla="*/ 141933 w 142199"/>
              <a:gd name="connsiteY1" fmla="*/ 68931 h 106638"/>
              <a:gd name="connsiteX2" fmla="*/ 132506 w 142199"/>
              <a:gd name="connsiteY2" fmla="*/ 106638 h 106638"/>
              <a:gd name="connsiteX3" fmla="*/ 75945 w 142199"/>
              <a:gd name="connsiteY3" fmla="*/ 97211 h 106638"/>
              <a:gd name="connsiteX4" fmla="*/ 47664 w 142199"/>
              <a:gd name="connsiteY4" fmla="*/ 87784 h 106638"/>
              <a:gd name="connsiteX5" fmla="*/ 9957 w 142199"/>
              <a:gd name="connsiteY5" fmla="*/ 78358 h 106638"/>
              <a:gd name="connsiteX6" fmla="*/ 9957 w 142199"/>
              <a:gd name="connsiteY6" fmla="*/ 21797 h 106638"/>
              <a:gd name="connsiteX7" fmla="*/ 38238 w 142199"/>
              <a:gd name="connsiteY7" fmla="*/ 12370 h 106638"/>
              <a:gd name="connsiteX8" fmla="*/ 75945 w 142199"/>
              <a:gd name="connsiteY8" fmla="*/ 12370 h 10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199" h="106638">
                <a:moveTo>
                  <a:pt x="75945" y="12370"/>
                </a:moveTo>
                <a:cubicBezTo>
                  <a:pt x="93227" y="21797"/>
                  <a:pt x="137852" y="40367"/>
                  <a:pt x="141933" y="68931"/>
                </a:cubicBezTo>
                <a:cubicBezTo>
                  <a:pt x="143765" y="81757"/>
                  <a:pt x="135648" y="94069"/>
                  <a:pt x="132506" y="106638"/>
                </a:cubicBezTo>
                <a:cubicBezTo>
                  <a:pt x="113652" y="103496"/>
                  <a:pt x="94604" y="101357"/>
                  <a:pt x="75945" y="97211"/>
                </a:cubicBezTo>
                <a:cubicBezTo>
                  <a:pt x="66245" y="95055"/>
                  <a:pt x="57219" y="90514"/>
                  <a:pt x="47664" y="87784"/>
                </a:cubicBezTo>
                <a:cubicBezTo>
                  <a:pt x="35207" y="84225"/>
                  <a:pt x="22526" y="81500"/>
                  <a:pt x="9957" y="78358"/>
                </a:cubicBezTo>
                <a:cubicBezTo>
                  <a:pt x="3672" y="59504"/>
                  <a:pt x="-8897" y="40650"/>
                  <a:pt x="9957" y="21797"/>
                </a:cubicBezTo>
                <a:cubicBezTo>
                  <a:pt x="16984" y="14771"/>
                  <a:pt x="28811" y="15512"/>
                  <a:pt x="38238" y="12370"/>
                </a:cubicBezTo>
                <a:cubicBezTo>
                  <a:pt x="71747" y="-9970"/>
                  <a:pt x="58663" y="2943"/>
                  <a:pt x="75945" y="1237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任意多边形: 形状 101"/>
          <p:cNvSpPr/>
          <p:nvPr/>
        </p:nvSpPr>
        <p:spPr>
          <a:xfrm>
            <a:off x="7896577" y="4166201"/>
            <a:ext cx="104990" cy="125961"/>
          </a:xfrm>
          <a:custGeom>
            <a:avLst/>
            <a:gdLst>
              <a:gd name="connsiteX0" fmla="*/ 103718 w 104990"/>
              <a:gd name="connsiteY0" fmla="*/ 59973 h 125961"/>
              <a:gd name="connsiteX1" fmla="*/ 94291 w 104990"/>
              <a:gd name="connsiteY1" fmla="*/ 3412 h 125961"/>
              <a:gd name="connsiteX2" fmla="*/ 56584 w 104990"/>
              <a:gd name="connsiteY2" fmla="*/ 12839 h 125961"/>
              <a:gd name="connsiteX3" fmla="*/ 37730 w 104990"/>
              <a:gd name="connsiteY3" fmla="*/ 41119 h 125961"/>
              <a:gd name="connsiteX4" fmla="*/ 9450 w 104990"/>
              <a:gd name="connsiteY4" fmla="*/ 59973 h 125961"/>
              <a:gd name="connsiteX5" fmla="*/ 28303 w 104990"/>
              <a:gd name="connsiteY5" fmla="*/ 107107 h 125961"/>
              <a:gd name="connsiteX6" fmla="*/ 84864 w 104990"/>
              <a:gd name="connsiteY6" fmla="*/ 125961 h 125961"/>
              <a:gd name="connsiteX7" fmla="*/ 103718 w 104990"/>
              <a:gd name="connsiteY7" fmla="*/ 59973 h 12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4990" h="125961">
                <a:moveTo>
                  <a:pt x="103718" y="59973"/>
                </a:moveTo>
                <a:cubicBezTo>
                  <a:pt x="105289" y="39548"/>
                  <a:pt x="107806" y="16927"/>
                  <a:pt x="94291" y="3412"/>
                </a:cubicBezTo>
                <a:cubicBezTo>
                  <a:pt x="85130" y="-5749"/>
                  <a:pt x="67364" y="5652"/>
                  <a:pt x="56584" y="12839"/>
                </a:cubicBezTo>
                <a:cubicBezTo>
                  <a:pt x="47157" y="19123"/>
                  <a:pt x="45741" y="33108"/>
                  <a:pt x="37730" y="41119"/>
                </a:cubicBezTo>
                <a:cubicBezTo>
                  <a:pt x="29719" y="49130"/>
                  <a:pt x="18877" y="53688"/>
                  <a:pt x="9450" y="59973"/>
                </a:cubicBezTo>
                <a:cubicBezTo>
                  <a:pt x="-1492" y="92797"/>
                  <a:pt x="-10603" y="89815"/>
                  <a:pt x="28303" y="107107"/>
                </a:cubicBezTo>
                <a:cubicBezTo>
                  <a:pt x="46464" y="115179"/>
                  <a:pt x="84864" y="125961"/>
                  <a:pt x="84864" y="125961"/>
                </a:cubicBezTo>
                <a:cubicBezTo>
                  <a:pt x="108947" y="89837"/>
                  <a:pt x="102147" y="80398"/>
                  <a:pt x="103718" y="599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任意多边形: 形状 102"/>
          <p:cNvSpPr/>
          <p:nvPr/>
        </p:nvSpPr>
        <p:spPr>
          <a:xfrm>
            <a:off x="9142599" y="3766510"/>
            <a:ext cx="131975" cy="128439"/>
          </a:xfrm>
          <a:custGeom>
            <a:avLst/>
            <a:gdLst>
              <a:gd name="connsiteX0" fmla="*/ 103695 w 131975"/>
              <a:gd name="connsiteY0" fmla="*/ 40251 h 128439"/>
              <a:gd name="connsiteX1" fmla="*/ 131975 w 131975"/>
              <a:gd name="connsiteY1" fmla="*/ 125092 h 128439"/>
              <a:gd name="connsiteX2" fmla="*/ 103695 w 131975"/>
              <a:gd name="connsiteY2" fmla="*/ 115665 h 128439"/>
              <a:gd name="connsiteX3" fmla="*/ 75414 w 131975"/>
              <a:gd name="connsiteY3" fmla="*/ 96812 h 128439"/>
              <a:gd name="connsiteX4" fmla="*/ 0 w 131975"/>
              <a:gd name="connsiteY4" fmla="*/ 77958 h 128439"/>
              <a:gd name="connsiteX5" fmla="*/ 9427 w 131975"/>
              <a:gd name="connsiteY5" fmla="*/ 2544 h 128439"/>
              <a:gd name="connsiteX6" fmla="*/ 37707 w 131975"/>
              <a:gd name="connsiteY6" fmla="*/ 11971 h 128439"/>
              <a:gd name="connsiteX7" fmla="*/ 103695 w 131975"/>
              <a:gd name="connsiteY7" fmla="*/ 40251 h 128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975" h="128439">
                <a:moveTo>
                  <a:pt x="103695" y="40251"/>
                </a:moveTo>
                <a:cubicBezTo>
                  <a:pt x="119406" y="59104"/>
                  <a:pt x="131975" y="95282"/>
                  <a:pt x="131975" y="125092"/>
                </a:cubicBezTo>
                <a:cubicBezTo>
                  <a:pt x="131975" y="135029"/>
                  <a:pt x="112583" y="120109"/>
                  <a:pt x="103695" y="115665"/>
                </a:cubicBezTo>
                <a:cubicBezTo>
                  <a:pt x="93561" y="110598"/>
                  <a:pt x="85548" y="101879"/>
                  <a:pt x="75414" y="96812"/>
                </a:cubicBezTo>
                <a:cubicBezTo>
                  <a:pt x="56088" y="87149"/>
                  <a:pt x="17930" y="81544"/>
                  <a:pt x="0" y="77958"/>
                </a:cubicBezTo>
                <a:cubicBezTo>
                  <a:pt x="3142" y="52820"/>
                  <a:pt x="-3142" y="24540"/>
                  <a:pt x="9427" y="2544"/>
                </a:cubicBezTo>
                <a:cubicBezTo>
                  <a:pt x="14357" y="-6083"/>
                  <a:pt x="28007" y="9816"/>
                  <a:pt x="37707" y="11971"/>
                </a:cubicBezTo>
                <a:cubicBezTo>
                  <a:pt x="107701" y="27525"/>
                  <a:pt x="87984" y="21398"/>
                  <a:pt x="103695" y="4025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任意多边形: 形状 103"/>
          <p:cNvSpPr/>
          <p:nvPr/>
        </p:nvSpPr>
        <p:spPr>
          <a:xfrm>
            <a:off x="9889862" y="4013801"/>
            <a:ext cx="144217" cy="79732"/>
          </a:xfrm>
          <a:custGeom>
            <a:avLst/>
            <a:gdLst>
              <a:gd name="connsiteX0" fmla="*/ 134819 w 144217"/>
              <a:gd name="connsiteY0" fmla="*/ 4317 h 79732"/>
              <a:gd name="connsiteX1" fmla="*/ 2844 w 144217"/>
              <a:gd name="connsiteY1" fmla="*/ 60878 h 79732"/>
              <a:gd name="connsiteX2" fmla="*/ 31124 w 144217"/>
              <a:gd name="connsiteY2" fmla="*/ 79732 h 79732"/>
              <a:gd name="connsiteX3" fmla="*/ 59405 w 144217"/>
              <a:gd name="connsiteY3" fmla="*/ 70305 h 79732"/>
              <a:gd name="connsiteX4" fmla="*/ 125392 w 144217"/>
              <a:gd name="connsiteY4" fmla="*/ 60878 h 79732"/>
              <a:gd name="connsiteX5" fmla="*/ 134819 w 144217"/>
              <a:gd name="connsiteY5" fmla="*/ 4317 h 7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217" h="79732">
                <a:moveTo>
                  <a:pt x="134819" y="4317"/>
                </a:moveTo>
                <a:cubicBezTo>
                  <a:pt x="114394" y="4317"/>
                  <a:pt x="-21188" y="-23238"/>
                  <a:pt x="2844" y="60878"/>
                </a:cubicBezTo>
                <a:cubicBezTo>
                  <a:pt x="5956" y="71772"/>
                  <a:pt x="21697" y="73447"/>
                  <a:pt x="31124" y="79732"/>
                </a:cubicBezTo>
                <a:cubicBezTo>
                  <a:pt x="40551" y="76590"/>
                  <a:pt x="49661" y="72254"/>
                  <a:pt x="59405" y="70305"/>
                </a:cubicBezTo>
                <a:cubicBezTo>
                  <a:pt x="81192" y="65947"/>
                  <a:pt x="110932" y="77748"/>
                  <a:pt x="125392" y="60878"/>
                </a:cubicBezTo>
                <a:cubicBezTo>
                  <a:pt x="137831" y="46366"/>
                  <a:pt x="155244" y="4317"/>
                  <a:pt x="134819" y="431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任意多边形: 形状 104"/>
          <p:cNvSpPr/>
          <p:nvPr/>
        </p:nvSpPr>
        <p:spPr>
          <a:xfrm>
            <a:off x="7676040" y="4775228"/>
            <a:ext cx="118463" cy="102094"/>
          </a:xfrm>
          <a:custGeom>
            <a:avLst/>
            <a:gdLst>
              <a:gd name="connsiteX0" fmla="*/ 4637 w 118463"/>
              <a:gd name="connsiteY0" fmla="*/ 380 h 102094"/>
              <a:gd name="connsiteX1" fmla="*/ 117758 w 118463"/>
              <a:gd name="connsiteY1" fmla="*/ 85221 h 102094"/>
              <a:gd name="connsiteX2" fmla="*/ 32917 w 118463"/>
              <a:gd name="connsiteY2" fmla="*/ 94648 h 102094"/>
              <a:gd name="connsiteX3" fmla="*/ 14063 w 118463"/>
              <a:gd name="connsiteY3" fmla="*/ 66367 h 102094"/>
              <a:gd name="connsiteX4" fmla="*/ 4637 w 118463"/>
              <a:gd name="connsiteY4" fmla="*/ 380 h 102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463" h="102094">
                <a:moveTo>
                  <a:pt x="4637" y="380"/>
                </a:moveTo>
                <a:cubicBezTo>
                  <a:pt x="21920" y="3522"/>
                  <a:pt x="104214" y="40075"/>
                  <a:pt x="117758" y="85221"/>
                </a:cubicBezTo>
                <a:cubicBezTo>
                  <a:pt x="125934" y="112475"/>
                  <a:pt x="60912" y="99738"/>
                  <a:pt x="32917" y="94648"/>
                </a:cubicBezTo>
                <a:cubicBezTo>
                  <a:pt x="21770" y="92621"/>
                  <a:pt x="20348" y="75794"/>
                  <a:pt x="14063" y="66367"/>
                </a:cubicBezTo>
                <a:cubicBezTo>
                  <a:pt x="24723" y="13070"/>
                  <a:pt x="-12646" y="-2762"/>
                  <a:pt x="4637" y="3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任意多边形: 形状 105"/>
          <p:cNvSpPr/>
          <p:nvPr/>
        </p:nvSpPr>
        <p:spPr>
          <a:xfrm rot="17062814">
            <a:off x="7889896" y="4672987"/>
            <a:ext cx="115359" cy="75414"/>
          </a:xfrm>
          <a:custGeom>
            <a:avLst/>
            <a:gdLst>
              <a:gd name="connsiteX0" fmla="*/ 115359 w 115359"/>
              <a:gd name="connsiteY0" fmla="*/ 75414 h 75414"/>
              <a:gd name="connsiteX1" fmla="*/ 68225 w 115359"/>
              <a:gd name="connsiteY1" fmla="*/ 56561 h 75414"/>
              <a:gd name="connsiteX2" fmla="*/ 2238 w 115359"/>
              <a:gd name="connsiteY2" fmla="*/ 47134 h 75414"/>
              <a:gd name="connsiteX3" fmla="*/ 21091 w 115359"/>
              <a:gd name="connsiteY3" fmla="*/ 18854 h 75414"/>
              <a:gd name="connsiteX4" fmla="*/ 49372 w 115359"/>
              <a:gd name="connsiteY4" fmla="*/ 0 h 75414"/>
              <a:gd name="connsiteX5" fmla="*/ 96506 w 115359"/>
              <a:gd name="connsiteY5" fmla="*/ 9427 h 75414"/>
              <a:gd name="connsiteX6" fmla="*/ 105933 w 115359"/>
              <a:gd name="connsiteY6" fmla="*/ 37707 h 75414"/>
              <a:gd name="connsiteX7" fmla="*/ 115359 w 115359"/>
              <a:gd name="connsiteY7" fmla="*/ 75414 h 75414"/>
              <a:gd name="connsiteX8" fmla="*/ 115359 w 115359"/>
              <a:gd name="connsiteY8" fmla="*/ 75414 h 75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359" h="75414">
                <a:moveTo>
                  <a:pt x="115359" y="75414"/>
                </a:moveTo>
                <a:cubicBezTo>
                  <a:pt x="107503" y="72272"/>
                  <a:pt x="84641" y="60665"/>
                  <a:pt x="68225" y="56561"/>
                </a:cubicBezTo>
                <a:cubicBezTo>
                  <a:pt x="46669" y="51172"/>
                  <a:pt x="19588" y="61014"/>
                  <a:pt x="2238" y="47134"/>
                </a:cubicBezTo>
                <a:cubicBezTo>
                  <a:pt x="-6609" y="40057"/>
                  <a:pt x="13080" y="26865"/>
                  <a:pt x="21091" y="18854"/>
                </a:cubicBezTo>
                <a:cubicBezTo>
                  <a:pt x="29102" y="10843"/>
                  <a:pt x="39945" y="6285"/>
                  <a:pt x="49372" y="0"/>
                </a:cubicBezTo>
                <a:cubicBezTo>
                  <a:pt x="65083" y="3142"/>
                  <a:pt x="83174" y="539"/>
                  <a:pt x="96506" y="9427"/>
                </a:cubicBezTo>
                <a:cubicBezTo>
                  <a:pt x="104774" y="14939"/>
                  <a:pt x="103203" y="28153"/>
                  <a:pt x="105933" y="37707"/>
                </a:cubicBezTo>
                <a:cubicBezTo>
                  <a:pt x="109492" y="50164"/>
                  <a:pt x="109565" y="63826"/>
                  <a:pt x="115359" y="75414"/>
                </a:cubicBezTo>
                <a:lnTo>
                  <a:pt x="115359" y="75414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任意多边形: 形状 106"/>
          <p:cNvSpPr/>
          <p:nvPr/>
        </p:nvSpPr>
        <p:spPr>
          <a:xfrm>
            <a:off x="7139927" y="4630759"/>
            <a:ext cx="110309" cy="113659"/>
          </a:xfrm>
          <a:custGeom>
            <a:avLst/>
            <a:gdLst>
              <a:gd name="connsiteX0" fmla="*/ 103698 w 110309"/>
              <a:gd name="connsiteY0" fmla="*/ 19391 h 113659"/>
              <a:gd name="connsiteX1" fmla="*/ 9430 w 110309"/>
              <a:gd name="connsiteY1" fmla="*/ 538 h 113659"/>
              <a:gd name="connsiteX2" fmla="*/ 3 w 110309"/>
              <a:gd name="connsiteY2" fmla="*/ 28818 h 113659"/>
              <a:gd name="connsiteX3" fmla="*/ 9430 w 110309"/>
              <a:gd name="connsiteY3" fmla="*/ 75952 h 113659"/>
              <a:gd name="connsiteX4" fmla="*/ 65991 w 110309"/>
              <a:gd name="connsiteY4" fmla="*/ 113659 h 113659"/>
              <a:gd name="connsiteX5" fmla="*/ 103698 w 110309"/>
              <a:gd name="connsiteY5" fmla="*/ 75952 h 113659"/>
              <a:gd name="connsiteX6" fmla="*/ 103698 w 110309"/>
              <a:gd name="connsiteY6" fmla="*/ 19391 h 11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309" h="113659">
                <a:moveTo>
                  <a:pt x="103698" y="19391"/>
                </a:moveTo>
                <a:cubicBezTo>
                  <a:pt x="87987" y="6822"/>
                  <a:pt x="41343" y="-2363"/>
                  <a:pt x="9430" y="538"/>
                </a:cubicBezTo>
                <a:cubicBezTo>
                  <a:pt x="-466" y="1438"/>
                  <a:pt x="3" y="18881"/>
                  <a:pt x="3" y="28818"/>
                </a:cubicBezTo>
                <a:cubicBezTo>
                  <a:pt x="3" y="44840"/>
                  <a:pt x="-407" y="63305"/>
                  <a:pt x="9430" y="75952"/>
                </a:cubicBezTo>
                <a:cubicBezTo>
                  <a:pt x="23341" y="93838"/>
                  <a:pt x="65991" y="113659"/>
                  <a:pt x="65991" y="113659"/>
                </a:cubicBezTo>
                <a:cubicBezTo>
                  <a:pt x="84845" y="107375"/>
                  <a:pt x="109983" y="107375"/>
                  <a:pt x="103698" y="75952"/>
                </a:cubicBezTo>
                <a:cubicBezTo>
                  <a:pt x="101955" y="67237"/>
                  <a:pt x="119409" y="31960"/>
                  <a:pt x="103698" y="1939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任意多边形: 形状 107"/>
          <p:cNvSpPr/>
          <p:nvPr/>
        </p:nvSpPr>
        <p:spPr>
          <a:xfrm rot="17062814">
            <a:off x="7466746" y="5367553"/>
            <a:ext cx="110034" cy="90251"/>
          </a:xfrm>
          <a:custGeom>
            <a:avLst/>
            <a:gdLst>
              <a:gd name="connsiteX0" fmla="*/ 101929 w 110034"/>
              <a:gd name="connsiteY0" fmla="*/ 5700 h 90251"/>
              <a:gd name="connsiteX1" fmla="*/ 92502 w 110034"/>
              <a:gd name="connsiteY1" fmla="*/ 81114 h 90251"/>
              <a:gd name="connsiteX2" fmla="*/ 7661 w 110034"/>
              <a:gd name="connsiteY2" fmla="*/ 71688 h 90251"/>
              <a:gd name="connsiteX3" fmla="*/ 17088 w 110034"/>
              <a:gd name="connsiteY3" fmla="*/ 15127 h 90251"/>
              <a:gd name="connsiteX4" fmla="*/ 101929 w 110034"/>
              <a:gd name="connsiteY4" fmla="*/ 5700 h 90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034" h="90251">
                <a:moveTo>
                  <a:pt x="101929" y="5700"/>
                </a:moveTo>
                <a:cubicBezTo>
                  <a:pt x="114498" y="16698"/>
                  <a:pt x="113256" y="66586"/>
                  <a:pt x="92502" y="81114"/>
                </a:cubicBezTo>
                <a:cubicBezTo>
                  <a:pt x="69191" y="97432"/>
                  <a:pt x="29075" y="90425"/>
                  <a:pt x="7661" y="71688"/>
                </a:cubicBezTo>
                <a:cubicBezTo>
                  <a:pt x="-6724" y="59102"/>
                  <a:pt x="698" y="24961"/>
                  <a:pt x="17088" y="15127"/>
                </a:cubicBezTo>
                <a:cubicBezTo>
                  <a:pt x="41338" y="577"/>
                  <a:pt x="89360" y="-5298"/>
                  <a:pt x="101929" y="570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任意多边形: 形状 108"/>
          <p:cNvSpPr/>
          <p:nvPr/>
        </p:nvSpPr>
        <p:spPr>
          <a:xfrm>
            <a:off x="9291590" y="3484802"/>
            <a:ext cx="159730" cy="98701"/>
          </a:xfrm>
          <a:custGeom>
            <a:avLst/>
            <a:gdLst>
              <a:gd name="connsiteX0" fmla="*/ 150828 w 159730"/>
              <a:gd name="connsiteY0" fmla="*/ 70421 h 98701"/>
              <a:gd name="connsiteX1" fmla="*/ 0 w 159730"/>
              <a:gd name="connsiteY1" fmla="*/ 32714 h 98701"/>
              <a:gd name="connsiteX2" fmla="*/ 9426 w 159730"/>
              <a:gd name="connsiteY2" fmla="*/ 60994 h 98701"/>
              <a:gd name="connsiteX3" fmla="*/ 37707 w 159730"/>
              <a:gd name="connsiteY3" fmla="*/ 51567 h 98701"/>
              <a:gd name="connsiteX4" fmla="*/ 75414 w 159730"/>
              <a:gd name="connsiteY4" fmla="*/ 89275 h 98701"/>
              <a:gd name="connsiteX5" fmla="*/ 103694 w 159730"/>
              <a:gd name="connsiteY5" fmla="*/ 98701 h 98701"/>
              <a:gd name="connsiteX6" fmla="*/ 131975 w 159730"/>
              <a:gd name="connsiteY6" fmla="*/ 89275 h 98701"/>
              <a:gd name="connsiteX7" fmla="*/ 141402 w 159730"/>
              <a:gd name="connsiteY7" fmla="*/ 60994 h 98701"/>
              <a:gd name="connsiteX8" fmla="*/ 150828 w 159730"/>
              <a:gd name="connsiteY8" fmla="*/ 70421 h 98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730" h="98701">
                <a:moveTo>
                  <a:pt x="150828" y="70421"/>
                </a:moveTo>
                <a:cubicBezTo>
                  <a:pt x="127261" y="65708"/>
                  <a:pt x="0" y="-56986"/>
                  <a:pt x="0" y="32714"/>
                </a:cubicBezTo>
                <a:cubicBezTo>
                  <a:pt x="0" y="42651"/>
                  <a:pt x="6284" y="51567"/>
                  <a:pt x="9426" y="60994"/>
                </a:cubicBezTo>
                <a:cubicBezTo>
                  <a:pt x="18853" y="57852"/>
                  <a:pt x="27770" y="51567"/>
                  <a:pt x="37707" y="51567"/>
                </a:cubicBezTo>
                <a:cubicBezTo>
                  <a:pt x="87982" y="51567"/>
                  <a:pt x="50276" y="64137"/>
                  <a:pt x="75414" y="89275"/>
                </a:cubicBezTo>
                <a:cubicBezTo>
                  <a:pt x="82440" y="96301"/>
                  <a:pt x="94267" y="95559"/>
                  <a:pt x="103694" y="98701"/>
                </a:cubicBezTo>
                <a:cubicBezTo>
                  <a:pt x="113121" y="95559"/>
                  <a:pt x="124949" y="96301"/>
                  <a:pt x="131975" y="89275"/>
                </a:cubicBezTo>
                <a:cubicBezTo>
                  <a:pt x="139002" y="82249"/>
                  <a:pt x="137712" y="70220"/>
                  <a:pt x="141402" y="60994"/>
                </a:cubicBezTo>
                <a:cubicBezTo>
                  <a:pt x="144011" y="54470"/>
                  <a:pt x="174395" y="75134"/>
                  <a:pt x="150828" y="7042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任意多边形: 形状 110"/>
          <p:cNvSpPr/>
          <p:nvPr/>
        </p:nvSpPr>
        <p:spPr>
          <a:xfrm rot="17062814">
            <a:off x="7490813" y="4653680"/>
            <a:ext cx="123854" cy="98627"/>
          </a:xfrm>
          <a:custGeom>
            <a:avLst/>
            <a:gdLst>
              <a:gd name="connsiteX0" fmla="*/ 57119 w 123854"/>
              <a:gd name="connsiteY0" fmla="*/ 37707 h 98627"/>
              <a:gd name="connsiteX1" fmla="*/ 47692 w 123854"/>
              <a:gd name="connsiteY1" fmla="*/ 94268 h 98627"/>
              <a:gd name="connsiteX2" fmla="*/ 9985 w 123854"/>
              <a:gd name="connsiteY2" fmla="*/ 84841 h 98627"/>
              <a:gd name="connsiteX3" fmla="*/ 47692 w 123854"/>
              <a:gd name="connsiteY3" fmla="*/ 0 h 98627"/>
              <a:gd name="connsiteX4" fmla="*/ 123106 w 123854"/>
              <a:gd name="connsiteY4" fmla="*/ 37707 h 98627"/>
              <a:gd name="connsiteX5" fmla="*/ 94826 w 123854"/>
              <a:gd name="connsiteY5" fmla="*/ 47134 h 98627"/>
              <a:gd name="connsiteX6" fmla="*/ 47692 w 123854"/>
              <a:gd name="connsiteY6" fmla="*/ 37707 h 98627"/>
              <a:gd name="connsiteX7" fmla="*/ 19411 w 123854"/>
              <a:gd name="connsiteY7" fmla="*/ 28280 h 98627"/>
              <a:gd name="connsiteX8" fmla="*/ 57119 w 123854"/>
              <a:gd name="connsiteY8" fmla="*/ 37707 h 9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854" h="98627">
                <a:moveTo>
                  <a:pt x="57119" y="37707"/>
                </a:moveTo>
                <a:cubicBezTo>
                  <a:pt x="61833" y="48705"/>
                  <a:pt x="61207" y="80753"/>
                  <a:pt x="47692" y="94268"/>
                </a:cubicBezTo>
                <a:cubicBezTo>
                  <a:pt x="38531" y="103429"/>
                  <a:pt x="14082" y="97132"/>
                  <a:pt x="9985" y="84841"/>
                </a:cubicBezTo>
                <a:cubicBezTo>
                  <a:pt x="-14532" y="11292"/>
                  <a:pt x="9175" y="12839"/>
                  <a:pt x="47692" y="0"/>
                </a:cubicBezTo>
                <a:cubicBezTo>
                  <a:pt x="49832" y="357"/>
                  <a:pt x="132532" y="4"/>
                  <a:pt x="123106" y="37707"/>
                </a:cubicBezTo>
                <a:cubicBezTo>
                  <a:pt x="120696" y="47347"/>
                  <a:pt x="104253" y="43992"/>
                  <a:pt x="94826" y="47134"/>
                </a:cubicBezTo>
                <a:cubicBezTo>
                  <a:pt x="79115" y="43992"/>
                  <a:pt x="63236" y="41593"/>
                  <a:pt x="47692" y="37707"/>
                </a:cubicBezTo>
                <a:cubicBezTo>
                  <a:pt x="38052" y="35297"/>
                  <a:pt x="11143" y="33792"/>
                  <a:pt x="19411" y="28280"/>
                </a:cubicBezTo>
                <a:cubicBezTo>
                  <a:pt x="35315" y="17678"/>
                  <a:pt x="52405" y="26709"/>
                  <a:pt x="57119" y="3770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任意多边形: 形状 111"/>
          <p:cNvSpPr/>
          <p:nvPr/>
        </p:nvSpPr>
        <p:spPr>
          <a:xfrm>
            <a:off x="7894129" y="3914482"/>
            <a:ext cx="109886" cy="99319"/>
          </a:xfrm>
          <a:custGeom>
            <a:avLst/>
            <a:gdLst>
              <a:gd name="connsiteX0" fmla="*/ 33729 w 109886"/>
              <a:gd name="connsiteY0" fmla="*/ 94604 h 99319"/>
              <a:gd name="connsiteX1" fmla="*/ 109143 w 109886"/>
              <a:gd name="connsiteY1" fmla="*/ 19190 h 99319"/>
              <a:gd name="connsiteX2" fmla="*/ 80863 w 109886"/>
              <a:gd name="connsiteY2" fmla="*/ 336 h 99319"/>
              <a:gd name="connsiteX3" fmla="*/ 24302 w 109886"/>
              <a:gd name="connsiteY3" fmla="*/ 9763 h 99319"/>
              <a:gd name="connsiteX4" fmla="*/ 14875 w 109886"/>
              <a:gd name="connsiteY4" fmla="*/ 85177 h 99319"/>
              <a:gd name="connsiteX5" fmla="*/ 33729 w 109886"/>
              <a:gd name="connsiteY5" fmla="*/ 94604 h 99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886" h="99319">
                <a:moveTo>
                  <a:pt x="33729" y="94604"/>
                </a:moveTo>
                <a:cubicBezTo>
                  <a:pt x="49440" y="83606"/>
                  <a:pt x="93244" y="50987"/>
                  <a:pt x="109143" y="19190"/>
                </a:cubicBezTo>
                <a:cubicBezTo>
                  <a:pt x="114210" y="9057"/>
                  <a:pt x="92123" y="1587"/>
                  <a:pt x="80863" y="336"/>
                </a:cubicBezTo>
                <a:cubicBezTo>
                  <a:pt x="61866" y="-1775"/>
                  <a:pt x="43156" y="6621"/>
                  <a:pt x="24302" y="9763"/>
                </a:cubicBezTo>
                <a:cubicBezTo>
                  <a:pt x="11269" y="29312"/>
                  <a:pt x="-17576" y="58135"/>
                  <a:pt x="14875" y="85177"/>
                </a:cubicBezTo>
                <a:cubicBezTo>
                  <a:pt x="26945" y="95235"/>
                  <a:pt x="18018" y="105602"/>
                  <a:pt x="33729" y="9460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任意多边形: 形状 113"/>
          <p:cNvSpPr/>
          <p:nvPr/>
        </p:nvSpPr>
        <p:spPr>
          <a:xfrm>
            <a:off x="8012636" y="4876286"/>
            <a:ext cx="182112" cy="97086"/>
          </a:xfrm>
          <a:custGeom>
            <a:avLst/>
            <a:gdLst>
              <a:gd name="connsiteX0" fmla="*/ 134978 w 182112"/>
              <a:gd name="connsiteY0" fmla="*/ 53559 h 97086"/>
              <a:gd name="connsiteX1" fmla="*/ 59563 w 182112"/>
              <a:gd name="connsiteY1" fmla="*/ 6425 h 97086"/>
              <a:gd name="connsiteX2" fmla="*/ 31283 w 182112"/>
              <a:gd name="connsiteY2" fmla="*/ 15852 h 97086"/>
              <a:gd name="connsiteX3" fmla="*/ 12429 w 182112"/>
              <a:gd name="connsiteY3" fmla="*/ 81840 h 97086"/>
              <a:gd name="connsiteX4" fmla="*/ 40709 w 182112"/>
              <a:gd name="connsiteY4" fmla="*/ 91267 h 97086"/>
              <a:gd name="connsiteX5" fmla="*/ 182112 w 182112"/>
              <a:gd name="connsiteY5" fmla="*/ 53559 h 97086"/>
              <a:gd name="connsiteX6" fmla="*/ 172685 w 182112"/>
              <a:gd name="connsiteY6" fmla="*/ 25279 h 97086"/>
              <a:gd name="connsiteX7" fmla="*/ 116124 w 182112"/>
              <a:gd name="connsiteY7" fmla="*/ 34706 h 97086"/>
              <a:gd name="connsiteX8" fmla="*/ 134978 w 182112"/>
              <a:gd name="connsiteY8" fmla="*/ 53559 h 9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112" h="97086">
                <a:moveTo>
                  <a:pt x="134978" y="53559"/>
                </a:moveTo>
                <a:cubicBezTo>
                  <a:pt x="125551" y="48845"/>
                  <a:pt x="114788" y="-21187"/>
                  <a:pt x="59563" y="6425"/>
                </a:cubicBezTo>
                <a:cubicBezTo>
                  <a:pt x="50675" y="10869"/>
                  <a:pt x="40710" y="12710"/>
                  <a:pt x="31283" y="15852"/>
                </a:cubicBezTo>
                <a:cubicBezTo>
                  <a:pt x="9763" y="37372"/>
                  <a:pt x="-15705" y="46673"/>
                  <a:pt x="12429" y="81840"/>
                </a:cubicBezTo>
                <a:cubicBezTo>
                  <a:pt x="18636" y="89599"/>
                  <a:pt x="31282" y="88125"/>
                  <a:pt x="40709" y="91267"/>
                </a:cubicBezTo>
                <a:cubicBezTo>
                  <a:pt x="78854" y="88542"/>
                  <a:pt x="182112" y="122011"/>
                  <a:pt x="182112" y="53559"/>
                </a:cubicBezTo>
                <a:cubicBezTo>
                  <a:pt x="182112" y="43622"/>
                  <a:pt x="175827" y="34706"/>
                  <a:pt x="172685" y="25279"/>
                </a:cubicBezTo>
                <a:cubicBezTo>
                  <a:pt x="153831" y="28421"/>
                  <a:pt x="131049" y="22766"/>
                  <a:pt x="116124" y="34706"/>
                </a:cubicBezTo>
                <a:cubicBezTo>
                  <a:pt x="108365" y="40913"/>
                  <a:pt x="144405" y="58273"/>
                  <a:pt x="134978" y="53559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任意多边形: 形状 114"/>
          <p:cNvSpPr/>
          <p:nvPr/>
        </p:nvSpPr>
        <p:spPr>
          <a:xfrm>
            <a:off x="8938997" y="4185796"/>
            <a:ext cx="111343" cy="152775"/>
          </a:xfrm>
          <a:custGeom>
            <a:avLst/>
            <a:gdLst>
              <a:gd name="connsiteX0" fmla="*/ 43314 w 111343"/>
              <a:gd name="connsiteY0" fmla="*/ 11373 h 152775"/>
              <a:gd name="connsiteX1" fmla="*/ 33887 w 111343"/>
              <a:gd name="connsiteY1" fmla="*/ 152775 h 152775"/>
              <a:gd name="connsiteX2" fmla="*/ 90448 w 111343"/>
              <a:gd name="connsiteY2" fmla="*/ 143349 h 152775"/>
              <a:gd name="connsiteX3" fmla="*/ 109301 w 111343"/>
              <a:gd name="connsiteY3" fmla="*/ 115068 h 152775"/>
              <a:gd name="connsiteX4" fmla="*/ 71594 w 111343"/>
              <a:gd name="connsiteY4" fmla="*/ 11373 h 152775"/>
              <a:gd name="connsiteX5" fmla="*/ 43314 w 111343"/>
              <a:gd name="connsiteY5" fmla="*/ 11373 h 152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343" h="152775">
                <a:moveTo>
                  <a:pt x="43314" y="11373"/>
                </a:moveTo>
                <a:cubicBezTo>
                  <a:pt x="37029" y="34940"/>
                  <a:pt x="-44626" y="152775"/>
                  <a:pt x="33887" y="152775"/>
                </a:cubicBezTo>
                <a:cubicBezTo>
                  <a:pt x="53001" y="152775"/>
                  <a:pt x="71594" y="146491"/>
                  <a:pt x="90448" y="143349"/>
                </a:cubicBezTo>
                <a:cubicBezTo>
                  <a:pt x="96732" y="133922"/>
                  <a:pt x="108360" y="126359"/>
                  <a:pt x="109301" y="115068"/>
                </a:cubicBezTo>
                <a:cubicBezTo>
                  <a:pt x="112490" y="76802"/>
                  <a:pt x="118029" y="22982"/>
                  <a:pt x="71594" y="11373"/>
                </a:cubicBezTo>
                <a:cubicBezTo>
                  <a:pt x="56352" y="7562"/>
                  <a:pt x="49599" y="-12194"/>
                  <a:pt x="43314" y="113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弧形 9"/>
          <p:cNvSpPr/>
          <p:nvPr/>
        </p:nvSpPr>
        <p:spPr>
          <a:xfrm rot="12761059">
            <a:off x="332806" y="244897"/>
            <a:ext cx="720000" cy="72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/>
          <p:cNvSpPr/>
          <p:nvPr/>
        </p:nvSpPr>
        <p:spPr>
          <a:xfrm>
            <a:off x="242806" y="154897"/>
            <a:ext cx="900000" cy="90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72847" y="312510"/>
            <a:ext cx="635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03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800000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1320799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590144" y="312510"/>
            <a:ext cx="1402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bg1"/>
                </a:solidFill>
              </a:rPr>
              <a:t>生态圈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992959" y="1741804"/>
            <a:ext cx="2700000" cy="792000"/>
            <a:chOff x="1482294" y="2336799"/>
            <a:chExt cx="2700000" cy="792000"/>
          </a:xfrm>
        </p:grpSpPr>
        <p:sp>
          <p:nvSpPr>
            <p:cNvPr id="21" name="矩形: 圆角 20"/>
            <p:cNvSpPr/>
            <p:nvPr/>
          </p:nvSpPr>
          <p:spPr>
            <a:xfrm>
              <a:off x="1482294" y="2336799"/>
              <a:ext cx="2700000" cy="792000"/>
            </a:xfrm>
            <a:prstGeom prst="roundRect">
              <a:avLst/>
            </a:prstGeom>
            <a:solidFill>
              <a:schemeClr val="tx1">
                <a:lumMod val="75000"/>
                <a:lumOff val="25000"/>
                <a:alpha val="39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903934" y="2472054"/>
              <a:ext cx="19958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/>
                  </a:solidFill>
                </a:rPr>
                <a:t>生态圈</a:t>
              </a:r>
              <a:endParaRPr lang="zh-CN" altLang="en-US" sz="28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4" name="直接连接符 23"/>
          <p:cNvCxnSpPr/>
          <p:nvPr/>
        </p:nvCxnSpPr>
        <p:spPr>
          <a:xfrm>
            <a:off x="707966" y="3327400"/>
            <a:ext cx="4320000" cy="0"/>
          </a:xfrm>
          <a:prstGeom prst="line">
            <a:avLst/>
          </a:prstGeom>
          <a:ln w="22225" cap="flat"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">
                  <a:schemeClr val="bg1">
                    <a:alpha val="50000"/>
                  </a:schemeClr>
                </a:gs>
                <a:gs pos="90000">
                  <a:schemeClr val="bg1">
                    <a:alpha val="50000"/>
                  </a:schemeClr>
                </a:gs>
                <a:gs pos="50000">
                  <a:schemeClr val="bg1">
                    <a:lumMod val="0"/>
                    <a:lumOff val="10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1320165" y="3324225"/>
            <a:ext cx="573405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Stackoverflow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zh-CN" sz="2400" dirty="0">
                <a:solidFill>
                  <a:schemeClr val="bg1">
                    <a:lumMod val="95000"/>
                  </a:schemeClr>
                </a:solidFill>
              </a:rPr>
              <a:t>Github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当然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不要拿橘子和苹果进行比较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9449706" y="205343"/>
            <a:ext cx="2520000" cy="2520000"/>
            <a:chOff x="6425711" y="582617"/>
            <a:chExt cx="2520000" cy="2520000"/>
          </a:xfrm>
        </p:grpSpPr>
        <p:sp>
          <p:nvSpPr>
            <p:cNvPr id="28" name="椭圆 27"/>
            <p:cNvSpPr/>
            <p:nvPr/>
          </p:nvSpPr>
          <p:spPr>
            <a:xfrm>
              <a:off x="6425711" y="582617"/>
              <a:ext cx="2520000" cy="2520000"/>
            </a:xfrm>
            <a:prstGeom prst="ellipse">
              <a:avLst/>
            </a:pr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弧形 28"/>
            <p:cNvSpPr/>
            <p:nvPr/>
          </p:nvSpPr>
          <p:spPr>
            <a:xfrm rot="12924155">
              <a:off x="7235711" y="1392617"/>
              <a:ext cx="900000" cy="900000"/>
            </a:xfrm>
            <a:prstGeom prst="arc">
              <a:avLst>
                <a:gd name="adj1" fmla="val 11529635"/>
                <a:gd name="adj2" fmla="val 8995229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弧形 29"/>
            <p:cNvSpPr/>
            <p:nvPr/>
          </p:nvSpPr>
          <p:spPr>
            <a:xfrm rot="13320332">
              <a:off x="7055711" y="1212617"/>
              <a:ext cx="1260000" cy="1260000"/>
            </a:xfrm>
            <a:prstGeom prst="arc">
              <a:avLst>
                <a:gd name="adj1" fmla="val 467427"/>
                <a:gd name="adj2" fmla="val 19703969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6785711" y="942617"/>
              <a:ext cx="1800000" cy="1800000"/>
            </a:xfrm>
            <a:prstGeom prst="ellipse">
              <a:avLst/>
            </a:prstGeom>
            <a:noFill/>
            <a:ln w="25400" cmpd="thinThick"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" name="任意多边形: 形状 36"/>
          <p:cNvSpPr/>
          <p:nvPr/>
        </p:nvSpPr>
        <p:spPr>
          <a:xfrm>
            <a:off x="6853287" y="1536569"/>
            <a:ext cx="103694" cy="18854"/>
          </a:xfrm>
          <a:custGeom>
            <a:avLst/>
            <a:gdLst>
              <a:gd name="connsiteX0" fmla="*/ 103694 w 103694"/>
              <a:gd name="connsiteY0" fmla="*/ 18854 h 18854"/>
              <a:gd name="connsiteX1" fmla="*/ 0 w 103694"/>
              <a:gd name="connsiteY1" fmla="*/ 0 h 18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694" h="18854">
                <a:moveTo>
                  <a:pt x="103694" y="18854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任意多边形: 形状 50"/>
          <p:cNvSpPr/>
          <p:nvPr/>
        </p:nvSpPr>
        <p:spPr>
          <a:xfrm>
            <a:off x="9587060" y="2829924"/>
            <a:ext cx="142432" cy="117097"/>
          </a:xfrm>
          <a:custGeom>
            <a:avLst/>
            <a:gdLst>
              <a:gd name="connsiteX0" fmla="*/ 103695 w 142432"/>
              <a:gd name="connsiteY0" fmla="*/ 2580 h 117097"/>
              <a:gd name="connsiteX1" fmla="*/ 141402 w 142432"/>
              <a:gd name="connsiteY1" fmla="*/ 68568 h 117097"/>
              <a:gd name="connsiteX2" fmla="*/ 131975 w 142432"/>
              <a:gd name="connsiteY2" fmla="*/ 96848 h 117097"/>
              <a:gd name="connsiteX3" fmla="*/ 94268 w 142432"/>
              <a:gd name="connsiteY3" fmla="*/ 87421 h 117097"/>
              <a:gd name="connsiteX4" fmla="*/ 47134 w 142432"/>
              <a:gd name="connsiteY4" fmla="*/ 96848 h 117097"/>
              <a:gd name="connsiteX5" fmla="*/ 18854 w 142432"/>
              <a:gd name="connsiteY5" fmla="*/ 115702 h 117097"/>
              <a:gd name="connsiteX6" fmla="*/ 0 w 142432"/>
              <a:gd name="connsiteY6" fmla="*/ 59141 h 117097"/>
              <a:gd name="connsiteX7" fmla="*/ 28280 w 142432"/>
              <a:gd name="connsiteY7" fmla="*/ 40287 h 117097"/>
              <a:gd name="connsiteX8" fmla="*/ 65988 w 142432"/>
              <a:gd name="connsiteY8" fmla="*/ 30860 h 117097"/>
              <a:gd name="connsiteX9" fmla="*/ 103695 w 142432"/>
              <a:gd name="connsiteY9" fmla="*/ 2580 h 117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2432" h="117097">
                <a:moveTo>
                  <a:pt x="103695" y="2580"/>
                </a:moveTo>
                <a:cubicBezTo>
                  <a:pt x="116264" y="8865"/>
                  <a:pt x="134122" y="44303"/>
                  <a:pt x="141402" y="68568"/>
                </a:cubicBezTo>
                <a:cubicBezTo>
                  <a:pt x="144257" y="78086"/>
                  <a:pt x="141201" y="93158"/>
                  <a:pt x="131975" y="96848"/>
                </a:cubicBezTo>
                <a:cubicBezTo>
                  <a:pt x="119946" y="101660"/>
                  <a:pt x="106837" y="90563"/>
                  <a:pt x="94268" y="87421"/>
                </a:cubicBezTo>
                <a:cubicBezTo>
                  <a:pt x="78557" y="90563"/>
                  <a:pt x="62136" y="91222"/>
                  <a:pt x="47134" y="96848"/>
                </a:cubicBezTo>
                <a:cubicBezTo>
                  <a:pt x="36526" y="100826"/>
                  <a:pt x="27701" y="122780"/>
                  <a:pt x="18854" y="115702"/>
                </a:cubicBezTo>
                <a:cubicBezTo>
                  <a:pt x="3335" y="103287"/>
                  <a:pt x="0" y="59141"/>
                  <a:pt x="0" y="59141"/>
                </a:cubicBezTo>
                <a:cubicBezTo>
                  <a:pt x="9427" y="52856"/>
                  <a:pt x="17867" y="44750"/>
                  <a:pt x="28280" y="40287"/>
                </a:cubicBezTo>
                <a:cubicBezTo>
                  <a:pt x="40189" y="35183"/>
                  <a:pt x="55208" y="38047"/>
                  <a:pt x="65988" y="30860"/>
                </a:cubicBezTo>
                <a:cubicBezTo>
                  <a:pt x="112330" y="-35"/>
                  <a:pt x="91126" y="-3705"/>
                  <a:pt x="103695" y="25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任意多边形: 形状 51"/>
          <p:cNvSpPr/>
          <p:nvPr/>
        </p:nvSpPr>
        <p:spPr>
          <a:xfrm>
            <a:off x="9685946" y="2533457"/>
            <a:ext cx="142199" cy="106638"/>
          </a:xfrm>
          <a:custGeom>
            <a:avLst/>
            <a:gdLst>
              <a:gd name="connsiteX0" fmla="*/ 75945 w 142199"/>
              <a:gd name="connsiteY0" fmla="*/ 12370 h 106638"/>
              <a:gd name="connsiteX1" fmla="*/ 141933 w 142199"/>
              <a:gd name="connsiteY1" fmla="*/ 68931 h 106638"/>
              <a:gd name="connsiteX2" fmla="*/ 132506 w 142199"/>
              <a:gd name="connsiteY2" fmla="*/ 106638 h 106638"/>
              <a:gd name="connsiteX3" fmla="*/ 75945 w 142199"/>
              <a:gd name="connsiteY3" fmla="*/ 97211 h 106638"/>
              <a:gd name="connsiteX4" fmla="*/ 47664 w 142199"/>
              <a:gd name="connsiteY4" fmla="*/ 87784 h 106638"/>
              <a:gd name="connsiteX5" fmla="*/ 9957 w 142199"/>
              <a:gd name="connsiteY5" fmla="*/ 78358 h 106638"/>
              <a:gd name="connsiteX6" fmla="*/ 9957 w 142199"/>
              <a:gd name="connsiteY6" fmla="*/ 21797 h 106638"/>
              <a:gd name="connsiteX7" fmla="*/ 38238 w 142199"/>
              <a:gd name="connsiteY7" fmla="*/ 12370 h 106638"/>
              <a:gd name="connsiteX8" fmla="*/ 75945 w 142199"/>
              <a:gd name="connsiteY8" fmla="*/ 12370 h 10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199" h="106638">
                <a:moveTo>
                  <a:pt x="75945" y="12370"/>
                </a:moveTo>
                <a:cubicBezTo>
                  <a:pt x="93227" y="21797"/>
                  <a:pt x="137852" y="40367"/>
                  <a:pt x="141933" y="68931"/>
                </a:cubicBezTo>
                <a:cubicBezTo>
                  <a:pt x="143765" y="81757"/>
                  <a:pt x="135648" y="94069"/>
                  <a:pt x="132506" y="106638"/>
                </a:cubicBezTo>
                <a:cubicBezTo>
                  <a:pt x="113652" y="103496"/>
                  <a:pt x="94604" y="101357"/>
                  <a:pt x="75945" y="97211"/>
                </a:cubicBezTo>
                <a:cubicBezTo>
                  <a:pt x="66245" y="95055"/>
                  <a:pt x="57219" y="90514"/>
                  <a:pt x="47664" y="87784"/>
                </a:cubicBezTo>
                <a:cubicBezTo>
                  <a:pt x="35207" y="84225"/>
                  <a:pt x="22526" y="81500"/>
                  <a:pt x="9957" y="78358"/>
                </a:cubicBezTo>
                <a:cubicBezTo>
                  <a:pt x="3672" y="59504"/>
                  <a:pt x="-8897" y="40650"/>
                  <a:pt x="9957" y="21797"/>
                </a:cubicBezTo>
                <a:cubicBezTo>
                  <a:pt x="16984" y="14771"/>
                  <a:pt x="28811" y="15512"/>
                  <a:pt x="38238" y="12370"/>
                </a:cubicBezTo>
                <a:cubicBezTo>
                  <a:pt x="71747" y="-9970"/>
                  <a:pt x="58663" y="2943"/>
                  <a:pt x="75945" y="1237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任意多边形: 形状 52"/>
          <p:cNvSpPr/>
          <p:nvPr/>
        </p:nvSpPr>
        <p:spPr>
          <a:xfrm>
            <a:off x="9605528" y="3792843"/>
            <a:ext cx="104990" cy="125961"/>
          </a:xfrm>
          <a:custGeom>
            <a:avLst/>
            <a:gdLst>
              <a:gd name="connsiteX0" fmla="*/ 103718 w 104990"/>
              <a:gd name="connsiteY0" fmla="*/ 59973 h 125961"/>
              <a:gd name="connsiteX1" fmla="*/ 94291 w 104990"/>
              <a:gd name="connsiteY1" fmla="*/ 3412 h 125961"/>
              <a:gd name="connsiteX2" fmla="*/ 56584 w 104990"/>
              <a:gd name="connsiteY2" fmla="*/ 12839 h 125961"/>
              <a:gd name="connsiteX3" fmla="*/ 37730 w 104990"/>
              <a:gd name="connsiteY3" fmla="*/ 41119 h 125961"/>
              <a:gd name="connsiteX4" fmla="*/ 9450 w 104990"/>
              <a:gd name="connsiteY4" fmla="*/ 59973 h 125961"/>
              <a:gd name="connsiteX5" fmla="*/ 28303 w 104990"/>
              <a:gd name="connsiteY5" fmla="*/ 107107 h 125961"/>
              <a:gd name="connsiteX6" fmla="*/ 84864 w 104990"/>
              <a:gd name="connsiteY6" fmla="*/ 125961 h 125961"/>
              <a:gd name="connsiteX7" fmla="*/ 103718 w 104990"/>
              <a:gd name="connsiteY7" fmla="*/ 59973 h 12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4990" h="125961">
                <a:moveTo>
                  <a:pt x="103718" y="59973"/>
                </a:moveTo>
                <a:cubicBezTo>
                  <a:pt x="105289" y="39548"/>
                  <a:pt x="107806" y="16927"/>
                  <a:pt x="94291" y="3412"/>
                </a:cubicBezTo>
                <a:cubicBezTo>
                  <a:pt x="85130" y="-5749"/>
                  <a:pt x="67364" y="5652"/>
                  <a:pt x="56584" y="12839"/>
                </a:cubicBezTo>
                <a:cubicBezTo>
                  <a:pt x="47157" y="19123"/>
                  <a:pt x="45741" y="33108"/>
                  <a:pt x="37730" y="41119"/>
                </a:cubicBezTo>
                <a:cubicBezTo>
                  <a:pt x="29719" y="49130"/>
                  <a:pt x="18877" y="53688"/>
                  <a:pt x="9450" y="59973"/>
                </a:cubicBezTo>
                <a:cubicBezTo>
                  <a:pt x="-1492" y="92797"/>
                  <a:pt x="-10603" y="89815"/>
                  <a:pt x="28303" y="107107"/>
                </a:cubicBezTo>
                <a:cubicBezTo>
                  <a:pt x="46464" y="115179"/>
                  <a:pt x="84864" y="125961"/>
                  <a:pt x="84864" y="125961"/>
                </a:cubicBezTo>
                <a:cubicBezTo>
                  <a:pt x="108947" y="89837"/>
                  <a:pt x="102147" y="80398"/>
                  <a:pt x="103718" y="599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任意多边形: 形状 53"/>
          <p:cNvSpPr/>
          <p:nvPr/>
        </p:nvSpPr>
        <p:spPr>
          <a:xfrm>
            <a:off x="9305468" y="2780801"/>
            <a:ext cx="131975" cy="128439"/>
          </a:xfrm>
          <a:custGeom>
            <a:avLst/>
            <a:gdLst>
              <a:gd name="connsiteX0" fmla="*/ 103695 w 131975"/>
              <a:gd name="connsiteY0" fmla="*/ 40251 h 128439"/>
              <a:gd name="connsiteX1" fmla="*/ 131975 w 131975"/>
              <a:gd name="connsiteY1" fmla="*/ 125092 h 128439"/>
              <a:gd name="connsiteX2" fmla="*/ 103695 w 131975"/>
              <a:gd name="connsiteY2" fmla="*/ 115665 h 128439"/>
              <a:gd name="connsiteX3" fmla="*/ 75414 w 131975"/>
              <a:gd name="connsiteY3" fmla="*/ 96812 h 128439"/>
              <a:gd name="connsiteX4" fmla="*/ 0 w 131975"/>
              <a:gd name="connsiteY4" fmla="*/ 77958 h 128439"/>
              <a:gd name="connsiteX5" fmla="*/ 9427 w 131975"/>
              <a:gd name="connsiteY5" fmla="*/ 2544 h 128439"/>
              <a:gd name="connsiteX6" fmla="*/ 37707 w 131975"/>
              <a:gd name="connsiteY6" fmla="*/ 11971 h 128439"/>
              <a:gd name="connsiteX7" fmla="*/ 103695 w 131975"/>
              <a:gd name="connsiteY7" fmla="*/ 40251 h 128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975" h="128439">
                <a:moveTo>
                  <a:pt x="103695" y="40251"/>
                </a:moveTo>
                <a:cubicBezTo>
                  <a:pt x="119406" y="59104"/>
                  <a:pt x="131975" y="95282"/>
                  <a:pt x="131975" y="125092"/>
                </a:cubicBezTo>
                <a:cubicBezTo>
                  <a:pt x="131975" y="135029"/>
                  <a:pt x="112583" y="120109"/>
                  <a:pt x="103695" y="115665"/>
                </a:cubicBezTo>
                <a:cubicBezTo>
                  <a:pt x="93561" y="110598"/>
                  <a:pt x="85548" y="101879"/>
                  <a:pt x="75414" y="96812"/>
                </a:cubicBezTo>
                <a:cubicBezTo>
                  <a:pt x="56088" y="87149"/>
                  <a:pt x="17930" y="81544"/>
                  <a:pt x="0" y="77958"/>
                </a:cubicBezTo>
                <a:cubicBezTo>
                  <a:pt x="3142" y="52820"/>
                  <a:pt x="-3142" y="24540"/>
                  <a:pt x="9427" y="2544"/>
                </a:cubicBezTo>
                <a:cubicBezTo>
                  <a:pt x="14357" y="-6083"/>
                  <a:pt x="28007" y="9816"/>
                  <a:pt x="37707" y="11971"/>
                </a:cubicBezTo>
                <a:cubicBezTo>
                  <a:pt x="107701" y="27525"/>
                  <a:pt x="87984" y="21398"/>
                  <a:pt x="103695" y="4025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任意多边形: 形状 54"/>
          <p:cNvSpPr/>
          <p:nvPr/>
        </p:nvSpPr>
        <p:spPr>
          <a:xfrm>
            <a:off x="8911970" y="3342843"/>
            <a:ext cx="144217" cy="79732"/>
          </a:xfrm>
          <a:custGeom>
            <a:avLst/>
            <a:gdLst>
              <a:gd name="connsiteX0" fmla="*/ 134819 w 144217"/>
              <a:gd name="connsiteY0" fmla="*/ 4317 h 79732"/>
              <a:gd name="connsiteX1" fmla="*/ 2844 w 144217"/>
              <a:gd name="connsiteY1" fmla="*/ 60878 h 79732"/>
              <a:gd name="connsiteX2" fmla="*/ 31124 w 144217"/>
              <a:gd name="connsiteY2" fmla="*/ 79732 h 79732"/>
              <a:gd name="connsiteX3" fmla="*/ 59405 w 144217"/>
              <a:gd name="connsiteY3" fmla="*/ 70305 h 79732"/>
              <a:gd name="connsiteX4" fmla="*/ 125392 w 144217"/>
              <a:gd name="connsiteY4" fmla="*/ 60878 h 79732"/>
              <a:gd name="connsiteX5" fmla="*/ 134819 w 144217"/>
              <a:gd name="connsiteY5" fmla="*/ 4317 h 7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217" h="79732">
                <a:moveTo>
                  <a:pt x="134819" y="4317"/>
                </a:moveTo>
                <a:cubicBezTo>
                  <a:pt x="114394" y="4317"/>
                  <a:pt x="-21188" y="-23238"/>
                  <a:pt x="2844" y="60878"/>
                </a:cubicBezTo>
                <a:cubicBezTo>
                  <a:pt x="5956" y="71772"/>
                  <a:pt x="21697" y="73447"/>
                  <a:pt x="31124" y="79732"/>
                </a:cubicBezTo>
                <a:cubicBezTo>
                  <a:pt x="40551" y="76590"/>
                  <a:pt x="49661" y="72254"/>
                  <a:pt x="59405" y="70305"/>
                </a:cubicBezTo>
                <a:cubicBezTo>
                  <a:pt x="81192" y="65947"/>
                  <a:pt x="110932" y="77748"/>
                  <a:pt x="125392" y="60878"/>
                </a:cubicBezTo>
                <a:cubicBezTo>
                  <a:pt x="137831" y="46366"/>
                  <a:pt x="155244" y="4317"/>
                  <a:pt x="134819" y="431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任意多边形: 形状 55"/>
          <p:cNvSpPr/>
          <p:nvPr/>
        </p:nvSpPr>
        <p:spPr>
          <a:xfrm>
            <a:off x="9044375" y="4464175"/>
            <a:ext cx="118463" cy="102094"/>
          </a:xfrm>
          <a:custGeom>
            <a:avLst/>
            <a:gdLst>
              <a:gd name="connsiteX0" fmla="*/ 4637 w 118463"/>
              <a:gd name="connsiteY0" fmla="*/ 380 h 102094"/>
              <a:gd name="connsiteX1" fmla="*/ 117758 w 118463"/>
              <a:gd name="connsiteY1" fmla="*/ 85221 h 102094"/>
              <a:gd name="connsiteX2" fmla="*/ 32917 w 118463"/>
              <a:gd name="connsiteY2" fmla="*/ 94648 h 102094"/>
              <a:gd name="connsiteX3" fmla="*/ 14063 w 118463"/>
              <a:gd name="connsiteY3" fmla="*/ 66367 h 102094"/>
              <a:gd name="connsiteX4" fmla="*/ 4637 w 118463"/>
              <a:gd name="connsiteY4" fmla="*/ 380 h 102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463" h="102094">
                <a:moveTo>
                  <a:pt x="4637" y="380"/>
                </a:moveTo>
                <a:cubicBezTo>
                  <a:pt x="21920" y="3522"/>
                  <a:pt x="104214" y="40075"/>
                  <a:pt x="117758" y="85221"/>
                </a:cubicBezTo>
                <a:cubicBezTo>
                  <a:pt x="125934" y="112475"/>
                  <a:pt x="60912" y="99738"/>
                  <a:pt x="32917" y="94648"/>
                </a:cubicBezTo>
                <a:cubicBezTo>
                  <a:pt x="21770" y="92621"/>
                  <a:pt x="20348" y="75794"/>
                  <a:pt x="14063" y="66367"/>
                </a:cubicBezTo>
                <a:cubicBezTo>
                  <a:pt x="24723" y="13070"/>
                  <a:pt x="-12646" y="-2762"/>
                  <a:pt x="4637" y="3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任意多边形: 形状 56"/>
          <p:cNvSpPr/>
          <p:nvPr/>
        </p:nvSpPr>
        <p:spPr>
          <a:xfrm>
            <a:off x="8831316" y="3579331"/>
            <a:ext cx="115359" cy="75414"/>
          </a:xfrm>
          <a:custGeom>
            <a:avLst/>
            <a:gdLst>
              <a:gd name="connsiteX0" fmla="*/ 115359 w 115359"/>
              <a:gd name="connsiteY0" fmla="*/ 75414 h 75414"/>
              <a:gd name="connsiteX1" fmla="*/ 68225 w 115359"/>
              <a:gd name="connsiteY1" fmla="*/ 56561 h 75414"/>
              <a:gd name="connsiteX2" fmla="*/ 2238 w 115359"/>
              <a:gd name="connsiteY2" fmla="*/ 47134 h 75414"/>
              <a:gd name="connsiteX3" fmla="*/ 21091 w 115359"/>
              <a:gd name="connsiteY3" fmla="*/ 18854 h 75414"/>
              <a:gd name="connsiteX4" fmla="*/ 49372 w 115359"/>
              <a:gd name="connsiteY4" fmla="*/ 0 h 75414"/>
              <a:gd name="connsiteX5" fmla="*/ 96506 w 115359"/>
              <a:gd name="connsiteY5" fmla="*/ 9427 h 75414"/>
              <a:gd name="connsiteX6" fmla="*/ 105933 w 115359"/>
              <a:gd name="connsiteY6" fmla="*/ 37707 h 75414"/>
              <a:gd name="connsiteX7" fmla="*/ 115359 w 115359"/>
              <a:gd name="connsiteY7" fmla="*/ 75414 h 75414"/>
              <a:gd name="connsiteX8" fmla="*/ 115359 w 115359"/>
              <a:gd name="connsiteY8" fmla="*/ 75414 h 75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359" h="75414">
                <a:moveTo>
                  <a:pt x="115359" y="75414"/>
                </a:moveTo>
                <a:cubicBezTo>
                  <a:pt x="107503" y="72272"/>
                  <a:pt x="84641" y="60665"/>
                  <a:pt x="68225" y="56561"/>
                </a:cubicBezTo>
                <a:cubicBezTo>
                  <a:pt x="46669" y="51172"/>
                  <a:pt x="19588" y="61014"/>
                  <a:pt x="2238" y="47134"/>
                </a:cubicBezTo>
                <a:cubicBezTo>
                  <a:pt x="-6609" y="40057"/>
                  <a:pt x="13080" y="26865"/>
                  <a:pt x="21091" y="18854"/>
                </a:cubicBezTo>
                <a:cubicBezTo>
                  <a:pt x="29102" y="10843"/>
                  <a:pt x="39945" y="6285"/>
                  <a:pt x="49372" y="0"/>
                </a:cubicBezTo>
                <a:cubicBezTo>
                  <a:pt x="65083" y="3142"/>
                  <a:pt x="83174" y="539"/>
                  <a:pt x="96506" y="9427"/>
                </a:cubicBezTo>
                <a:cubicBezTo>
                  <a:pt x="104774" y="14939"/>
                  <a:pt x="103203" y="28153"/>
                  <a:pt x="105933" y="37707"/>
                </a:cubicBezTo>
                <a:cubicBezTo>
                  <a:pt x="109492" y="50164"/>
                  <a:pt x="109565" y="63826"/>
                  <a:pt x="115359" y="75414"/>
                </a:cubicBezTo>
                <a:lnTo>
                  <a:pt x="115359" y="75414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任意多边形: 形状 57"/>
          <p:cNvSpPr/>
          <p:nvPr/>
        </p:nvSpPr>
        <p:spPr>
          <a:xfrm>
            <a:off x="10200953" y="3270570"/>
            <a:ext cx="110309" cy="113659"/>
          </a:xfrm>
          <a:custGeom>
            <a:avLst/>
            <a:gdLst>
              <a:gd name="connsiteX0" fmla="*/ 103698 w 110309"/>
              <a:gd name="connsiteY0" fmla="*/ 19391 h 113659"/>
              <a:gd name="connsiteX1" fmla="*/ 9430 w 110309"/>
              <a:gd name="connsiteY1" fmla="*/ 538 h 113659"/>
              <a:gd name="connsiteX2" fmla="*/ 3 w 110309"/>
              <a:gd name="connsiteY2" fmla="*/ 28818 h 113659"/>
              <a:gd name="connsiteX3" fmla="*/ 9430 w 110309"/>
              <a:gd name="connsiteY3" fmla="*/ 75952 h 113659"/>
              <a:gd name="connsiteX4" fmla="*/ 65991 w 110309"/>
              <a:gd name="connsiteY4" fmla="*/ 113659 h 113659"/>
              <a:gd name="connsiteX5" fmla="*/ 103698 w 110309"/>
              <a:gd name="connsiteY5" fmla="*/ 75952 h 113659"/>
              <a:gd name="connsiteX6" fmla="*/ 103698 w 110309"/>
              <a:gd name="connsiteY6" fmla="*/ 19391 h 11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309" h="113659">
                <a:moveTo>
                  <a:pt x="103698" y="19391"/>
                </a:moveTo>
                <a:cubicBezTo>
                  <a:pt x="87987" y="6822"/>
                  <a:pt x="41343" y="-2363"/>
                  <a:pt x="9430" y="538"/>
                </a:cubicBezTo>
                <a:cubicBezTo>
                  <a:pt x="-466" y="1438"/>
                  <a:pt x="3" y="18881"/>
                  <a:pt x="3" y="28818"/>
                </a:cubicBezTo>
                <a:cubicBezTo>
                  <a:pt x="3" y="44840"/>
                  <a:pt x="-407" y="63305"/>
                  <a:pt x="9430" y="75952"/>
                </a:cubicBezTo>
                <a:cubicBezTo>
                  <a:pt x="23341" y="93838"/>
                  <a:pt x="65991" y="113659"/>
                  <a:pt x="65991" y="113659"/>
                </a:cubicBezTo>
                <a:cubicBezTo>
                  <a:pt x="84845" y="107375"/>
                  <a:pt x="109983" y="107375"/>
                  <a:pt x="103698" y="75952"/>
                </a:cubicBezTo>
                <a:cubicBezTo>
                  <a:pt x="101955" y="67237"/>
                  <a:pt x="119409" y="31960"/>
                  <a:pt x="103698" y="1939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任意多边形: 形状 58"/>
          <p:cNvSpPr/>
          <p:nvPr/>
        </p:nvSpPr>
        <p:spPr>
          <a:xfrm>
            <a:off x="9236573" y="4041358"/>
            <a:ext cx="110034" cy="90251"/>
          </a:xfrm>
          <a:custGeom>
            <a:avLst/>
            <a:gdLst>
              <a:gd name="connsiteX0" fmla="*/ 101929 w 110034"/>
              <a:gd name="connsiteY0" fmla="*/ 5700 h 90251"/>
              <a:gd name="connsiteX1" fmla="*/ 92502 w 110034"/>
              <a:gd name="connsiteY1" fmla="*/ 81114 h 90251"/>
              <a:gd name="connsiteX2" fmla="*/ 7661 w 110034"/>
              <a:gd name="connsiteY2" fmla="*/ 71688 h 90251"/>
              <a:gd name="connsiteX3" fmla="*/ 17088 w 110034"/>
              <a:gd name="connsiteY3" fmla="*/ 15127 h 90251"/>
              <a:gd name="connsiteX4" fmla="*/ 101929 w 110034"/>
              <a:gd name="connsiteY4" fmla="*/ 5700 h 90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034" h="90251">
                <a:moveTo>
                  <a:pt x="101929" y="5700"/>
                </a:moveTo>
                <a:cubicBezTo>
                  <a:pt x="114498" y="16698"/>
                  <a:pt x="113256" y="66586"/>
                  <a:pt x="92502" y="81114"/>
                </a:cubicBezTo>
                <a:cubicBezTo>
                  <a:pt x="69191" y="97432"/>
                  <a:pt x="29075" y="90425"/>
                  <a:pt x="7661" y="71688"/>
                </a:cubicBezTo>
                <a:cubicBezTo>
                  <a:pt x="-6724" y="59102"/>
                  <a:pt x="698" y="24961"/>
                  <a:pt x="17088" y="15127"/>
                </a:cubicBezTo>
                <a:cubicBezTo>
                  <a:pt x="41338" y="577"/>
                  <a:pt x="89360" y="-5298"/>
                  <a:pt x="101929" y="570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: 形状 59"/>
          <p:cNvSpPr/>
          <p:nvPr/>
        </p:nvSpPr>
        <p:spPr>
          <a:xfrm>
            <a:off x="9407612" y="4563040"/>
            <a:ext cx="159730" cy="98701"/>
          </a:xfrm>
          <a:custGeom>
            <a:avLst/>
            <a:gdLst>
              <a:gd name="connsiteX0" fmla="*/ 150828 w 159730"/>
              <a:gd name="connsiteY0" fmla="*/ 70421 h 98701"/>
              <a:gd name="connsiteX1" fmla="*/ 0 w 159730"/>
              <a:gd name="connsiteY1" fmla="*/ 32714 h 98701"/>
              <a:gd name="connsiteX2" fmla="*/ 9426 w 159730"/>
              <a:gd name="connsiteY2" fmla="*/ 60994 h 98701"/>
              <a:gd name="connsiteX3" fmla="*/ 37707 w 159730"/>
              <a:gd name="connsiteY3" fmla="*/ 51567 h 98701"/>
              <a:gd name="connsiteX4" fmla="*/ 75414 w 159730"/>
              <a:gd name="connsiteY4" fmla="*/ 89275 h 98701"/>
              <a:gd name="connsiteX5" fmla="*/ 103694 w 159730"/>
              <a:gd name="connsiteY5" fmla="*/ 98701 h 98701"/>
              <a:gd name="connsiteX6" fmla="*/ 131975 w 159730"/>
              <a:gd name="connsiteY6" fmla="*/ 89275 h 98701"/>
              <a:gd name="connsiteX7" fmla="*/ 141402 w 159730"/>
              <a:gd name="connsiteY7" fmla="*/ 60994 h 98701"/>
              <a:gd name="connsiteX8" fmla="*/ 150828 w 159730"/>
              <a:gd name="connsiteY8" fmla="*/ 70421 h 98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730" h="98701">
                <a:moveTo>
                  <a:pt x="150828" y="70421"/>
                </a:moveTo>
                <a:cubicBezTo>
                  <a:pt x="127261" y="65708"/>
                  <a:pt x="0" y="-56986"/>
                  <a:pt x="0" y="32714"/>
                </a:cubicBezTo>
                <a:cubicBezTo>
                  <a:pt x="0" y="42651"/>
                  <a:pt x="6284" y="51567"/>
                  <a:pt x="9426" y="60994"/>
                </a:cubicBezTo>
                <a:cubicBezTo>
                  <a:pt x="18853" y="57852"/>
                  <a:pt x="27770" y="51567"/>
                  <a:pt x="37707" y="51567"/>
                </a:cubicBezTo>
                <a:cubicBezTo>
                  <a:pt x="87982" y="51567"/>
                  <a:pt x="50276" y="64137"/>
                  <a:pt x="75414" y="89275"/>
                </a:cubicBezTo>
                <a:cubicBezTo>
                  <a:pt x="82440" y="96301"/>
                  <a:pt x="94267" y="95559"/>
                  <a:pt x="103694" y="98701"/>
                </a:cubicBezTo>
                <a:cubicBezTo>
                  <a:pt x="113121" y="95559"/>
                  <a:pt x="124949" y="96301"/>
                  <a:pt x="131975" y="89275"/>
                </a:cubicBezTo>
                <a:cubicBezTo>
                  <a:pt x="139002" y="82249"/>
                  <a:pt x="137712" y="70220"/>
                  <a:pt x="141402" y="60994"/>
                </a:cubicBezTo>
                <a:cubicBezTo>
                  <a:pt x="144011" y="54470"/>
                  <a:pt x="174395" y="75134"/>
                  <a:pt x="150828" y="7042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任意多边形: 形状 60"/>
          <p:cNvSpPr/>
          <p:nvPr/>
        </p:nvSpPr>
        <p:spPr>
          <a:xfrm>
            <a:off x="7298000" y="3985897"/>
            <a:ext cx="88042" cy="126071"/>
          </a:xfrm>
          <a:custGeom>
            <a:avLst/>
            <a:gdLst>
              <a:gd name="connsiteX0" fmla="*/ 75414 w 88042"/>
              <a:gd name="connsiteY0" fmla="*/ 3523 h 126071"/>
              <a:gd name="connsiteX1" fmla="*/ 84841 w 88042"/>
              <a:gd name="connsiteY1" fmla="*/ 88364 h 126071"/>
              <a:gd name="connsiteX2" fmla="*/ 56561 w 88042"/>
              <a:gd name="connsiteY2" fmla="*/ 97791 h 126071"/>
              <a:gd name="connsiteX3" fmla="*/ 47134 w 88042"/>
              <a:gd name="connsiteY3" fmla="*/ 126071 h 126071"/>
              <a:gd name="connsiteX4" fmla="*/ 0 w 88042"/>
              <a:gd name="connsiteY4" fmla="*/ 41230 h 126071"/>
              <a:gd name="connsiteX5" fmla="*/ 75414 w 88042"/>
              <a:gd name="connsiteY5" fmla="*/ 3523 h 12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042" h="126071">
                <a:moveTo>
                  <a:pt x="75414" y="3523"/>
                </a:moveTo>
                <a:cubicBezTo>
                  <a:pt x="89554" y="11379"/>
                  <a:pt x="90421" y="60462"/>
                  <a:pt x="84841" y="88364"/>
                </a:cubicBezTo>
                <a:cubicBezTo>
                  <a:pt x="82892" y="98108"/>
                  <a:pt x="63587" y="90765"/>
                  <a:pt x="56561" y="97791"/>
                </a:cubicBezTo>
                <a:cubicBezTo>
                  <a:pt x="49535" y="104817"/>
                  <a:pt x="50276" y="116644"/>
                  <a:pt x="47134" y="126071"/>
                </a:cubicBezTo>
                <a:cubicBezTo>
                  <a:pt x="3915" y="61243"/>
                  <a:pt x="16592" y="91007"/>
                  <a:pt x="0" y="41230"/>
                </a:cubicBezTo>
                <a:cubicBezTo>
                  <a:pt x="14396" y="-1955"/>
                  <a:pt x="61274" y="-4333"/>
                  <a:pt x="75414" y="352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任意多边形: 形状 61"/>
          <p:cNvSpPr/>
          <p:nvPr/>
        </p:nvSpPr>
        <p:spPr>
          <a:xfrm>
            <a:off x="8071725" y="3570797"/>
            <a:ext cx="123854" cy="98627"/>
          </a:xfrm>
          <a:custGeom>
            <a:avLst/>
            <a:gdLst>
              <a:gd name="connsiteX0" fmla="*/ 57119 w 123854"/>
              <a:gd name="connsiteY0" fmla="*/ 37707 h 98627"/>
              <a:gd name="connsiteX1" fmla="*/ 47692 w 123854"/>
              <a:gd name="connsiteY1" fmla="*/ 94268 h 98627"/>
              <a:gd name="connsiteX2" fmla="*/ 9985 w 123854"/>
              <a:gd name="connsiteY2" fmla="*/ 84841 h 98627"/>
              <a:gd name="connsiteX3" fmla="*/ 47692 w 123854"/>
              <a:gd name="connsiteY3" fmla="*/ 0 h 98627"/>
              <a:gd name="connsiteX4" fmla="*/ 123106 w 123854"/>
              <a:gd name="connsiteY4" fmla="*/ 37707 h 98627"/>
              <a:gd name="connsiteX5" fmla="*/ 94826 w 123854"/>
              <a:gd name="connsiteY5" fmla="*/ 47134 h 98627"/>
              <a:gd name="connsiteX6" fmla="*/ 47692 w 123854"/>
              <a:gd name="connsiteY6" fmla="*/ 37707 h 98627"/>
              <a:gd name="connsiteX7" fmla="*/ 19411 w 123854"/>
              <a:gd name="connsiteY7" fmla="*/ 28280 h 98627"/>
              <a:gd name="connsiteX8" fmla="*/ 57119 w 123854"/>
              <a:gd name="connsiteY8" fmla="*/ 37707 h 9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854" h="98627">
                <a:moveTo>
                  <a:pt x="57119" y="37707"/>
                </a:moveTo>
                <a:cubicBezTo>
                  <a:pt x="61833" y="48705"/>
                  <a:pt x="61207" y="80753"/>
                  <a:pt x="47692" y="94268"/>
                </a:cubicBezTo>
                <a:cubicBezTo>
                  <a:pt x="38531" y="103429"/>
                  <a:pt x="14082" y="97132"/>
                  <a:pt x="9985" y="84841"/>
                </a:cubicBezTo>
                <a:cubicBezTo>
                  <a:pt x="-14532" y="11292"/>
                  <a:pt x="9175" y="12839"/>
                  <a:pt x="47692" y="0"/>
                </a:cubicBezTo>
                <a:cubicBezTo>
                  <a:pt x="49832" y="357"/>
                  <a:pt x="132532" y="4"/>
                  <a:pt x="123106" y="37707"/>
                </a:cubicBezTo>
                <a:cubicBezTo>
                  <a:pt x="120696" y="47347"/>
                  <a:pt x="104253" y="43992"/>
                  <a:pt x="94826" y="47134"/>
                </a:cubicBezTo>
                <a:cubicBezTo>
                  <a:pt x="79115" y="43992"/>
                  <a:pt x="63236" y="41593"/>
                  <a:pt x="47692" y="37707"/>
                </a:cubicBezTo>
                <a:cubicBezTo>
                  <a:pt x="38052" y="35297"/>
                  <a:pt x="11143" y="33792"/>
                  <a:pt x="19411" y="28280"/>
                </a:cubicBezTo>
                <a:cubicBezTo>
                  <a:pt x="35315" y="17678"/>
                  <a:pt x="52405" y="26709"/>
                  <a:pt x="57119" y="3770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8630358" y="4805385"/>
            <a:ext cx="109886" cy="99319"/>
          </a:xfrm>
          <a:custGeom>
            <a:avLst/>
            <a:gdLst>
              <a:gd name="connsiteX0" fmla="*/ 33729 w 109886"/>
              <a:gd name="connsiteY0" fmla="*/ 94604 h 99319"/>
              <a:gd name="connsiteX1" fmla="*/ 109143 w 109886"/>
              <a:gd name="connsiteY1" fmla="*/ 19190 h 99319"/>
              <a:gd name="connsiteX2" fmla="*/ 80863 w 109886"/>
              <a:gd name="connsiteY2" fmla="*/ 336 h 99319"/>
              <a:gd name="connsiteX3" fmla="*/ 24302 w 109886"/>
              <a:gd name="connsiteY3" fmla="*/ 9763 h 99319"/>
              <a:gd name="connsiteX4" fmla="*/ 14875 w 109886"/>
              <a:gd name="connsiteY4" fmla="*/ 85177 h 99319"/>
              <a:gd name="connsiteX5" fmla="*/ 33729 w 109886"/>
              <a:gd name="connsiteY5" fmla="*/ 94604 h 99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886" h="99319">
                <a:moveTo>
                  <a:pt x="33729" y="94604"/>
                </a:moveTo>
                <a:cubicBezTo>
                  <a:pt x="49440" y="83606"/>
                  <a:pt x="93244" y="50987"/>
                  <a:pt x="109143" y="19190"/>
                </a:cubicBezTo>
                <a:cubicBezTo>
                  <a:pt x="114210" y="9057"/>
                  <a:pt x="92123" y="1587"/>
                  <a:pt x="80863" y="336"/>
                </a:cubicBezTo>
                <a:cubicBezTo>
                  <a:pt x="61866" y="-1775"/>
                  <a:pt x="43156" y="6621"/>
                  <a:pt x="24302" y="9763"/>
                </a:cubicBezTo>
                <a:cubicBezTo>
                  <a:pt x="11269" y="29312"/>
                  <a:pt x="-17576" y="58135"/>
                  <a:pt x="14875" y="85177"/>
                </a:cubicBezTo>
                <a:cubicBezTo>
                  <a:pt x="26945" y="95235"/>
                  <a:pt x="18018" y="105602"/>
                  <a:pt x="33729" y="9460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任意多边形: 形状 64"/>
          <p:cNvSpPr/>
          <p:nvPr/>
        </p:nvSpPr>
        <p:spPr>
          <a:xfrm>
            <a:off x="8195579" y="4348218"/>
            <a:ext cx="98714" cy="151527"/>
          </a:xfrm>
          <a:custGeom>
            <a:avLst/>
            <a:gdLst>
              <a:gd name="connsiteX0" fmla="*/ 65988 w 98714"/>
              <a:gd name="connsiteY0" fmla="*/ 130134 h 151527"/>
              <a:gd name="connsiteX1" fmla="*/ 94268 w 98714"/>
              <a:gd name="connsiteY1" fmla="*/ 35866 h 151527"/>
              <a:gd name="connsiteX2" fmla="*/ 0 w 98714"/>
              <a:gd name="connsiteY2" fmla="*/ 73573 h 151527"/>
              <a:gd name="connsiteX3" fmla="*/ 9427 w 98714"/>
              <a:gd name="connsiteY3" fmla="*/ 139561 h 151527"/>
              <a:gd name="connsiteX4" fmla="*/ 75415 w 98714"/>
              <a:gd name="connsiteY4" fmla="*/ 139561 h 151527"/>
              <a:gd name="connsiteX5" fmla="*/ 65988 w 98714"/>
              <a:gd name="connsiteY5" fmla="*/ 130134 h 15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714" h="151527">
                <a:moveTo>
                  <a:pt x="65988" y="130134"/>
                </a:moveTo>
                <a:cubicBezTo>
                  <a:pt x="69130" y="112851"/>
                  <a:pt x="112466" y="63162"/>
                  <a:pt x="94268" y="35866"/>
                </a:cubicBezTo>
                <a:cubicBezTo>
                  <a:pt x="33463" y="-55341"/>
                  <a:pt x="6583" y="53825"/>
                  <a:pt x="0" y="73573"/>
                </a:cubicBezTo>
                <a:cubicBezTo>
                  <a:pt x="3142" y="95569"/>
                  <a:pt x="-2349" y="120719"/>
                  <a:pt x="9427" y="139561"/>
                </a:cubicBezTo>
                <a:cubicBezTo>
                  <a:pt x="25182" y="164770"/>
                  <a:pt x="59074" y="142829"/>
                  <a:pt x="75415" y="139561"/>
                </a:cubicBezTo>
                <a:cubicBezTo>
                  <a:pt x="81577" y="138329"/>
                  <a:pt x="62846" y="147417"/>
                  <a:pt x="65988" y="13013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任意多边形: 形状 65"/>
          <p:cNvSpPr/>
          <p:nvPr/>
        </p:nvSpPr>
        <p:spPr>
          <a:xfrm>
            <a:off x="8617556" y="2977692"/>
            <a:ext cx="182112" cy="97086"/>
          </a:xfrm>
          <a:custGeom>
            <a:avLst/>
            <a:gdLst>
              <a:gd name="connsiteX0" fmla="*/ 134978 w 182112"/>
              <a:gd name="connsiteY0" fmla="*/ 53559 h 97086"/>
              <a:gd name="connsiteX1" fmla="*/ 59563 w 182112"/>
              <a:gd name="connsiteY1" fmla="*/ 6425 h 97086"/>
              <a:gd name="connsiteX2" fmla="*/ 31283 w 182112"/>
              <a:gd name="connsiteY2" fmla="*/ 15852 h 97086"/>
              <a:gd name="connsiteX3" fmla="*/ 12429 w 182112"/>
              <a:gd name="connsiteY3" fmla="*/ 81840 h 97086"/>
              <a:gd name="connsiteX4" fmla="*/ 40709 w 182112"/>
              <a:gd name="connsiteY4" fmla="*/ 91267 h 97086"/>
              <a:gd name="connsiteX5" fmla="*/ 182112 w 182112"/>
              <a:gd name="connsiteY5" fmla="*/ 53559 h 97086"/>
              <a:gd name="connsiteX6" fmla="*/ 172685 w 182112"/>
              <a:gd name="connsiteY6" fmla="*/ 25279 h 97086"/>
              <a:gd name="connsiteX7" fmla="*/ 116124 w 182112"/>
              <a:gd name="connsiteY7" fmla="*/ 34706 h 97086"/>
              <a:gd name="connsiteX8" fmla="*/ 134978 w 182112"/>
              <a:gd name="connsiteY8" fmla="*/ 53559 h 9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112" h="97086">
                <a:moveTo>
                  <a:pt x="134978" y="53559"/>
                </a:moveTo>
                <a:cubicBezTo>
                  <a:pt x="125551" y="48845"/>
                  <a:pt x="114788" y="-21187"/>
                  <a:pt x="59563" y="6425"/>
                </a:cubicBezTo>
                <a:cubicBezTo>
                  <a:pt x="50675" y="10869"/>
                  <a:pt x="40710" y="12710"/>
                  <a:pt x="31283" y="15852"/>
                </a:cubicBezTo>
                <a:cubicBezTo>
                  <a:pt x="9763" y="37372"/>
                  <a:pt x="-15705" y="46673"/>
                  <a:pt x="12429" y="81840"/>
                </a:cubicBezTo>
                <a:cubicBezTo>
                  <a:pt x="18636" y="89599"/>
                  <a:pt x="31282" y="88125"/>
                  <a:pt x="40709" y="91267"/>
                </a:cubicBezTo>
                <a:cubicBezTo>
                  <a:pt x="78854" y="88542"/>
                  <a:pt x="182112" y="122011"/>
                  <a:pt x="182112" y="53559"/>
                </a:cubicBezTo>
                <a:cubicBezTo>
                  <a:pt x="182112" y="43622"/>
                  <a:pt x="175827" y="34706"/>
                  <a:pt x="172685" y="25279"/>
                </a:cubicBezTo>
                <a:cubicBezTo>
                  <a:pt x="153831" y="28421"/>
                  <a:pt x="131049" y="22766"/>
                  <a:pt x="116124" y="34706"/>
                </a:cubicBezTo>
                <a:cubicBezTo>
                  <a:pt x="108365" y="40913"/>
                  <a:pt x="144405" y="58273"/>
                  <a:pt x="134978" y="53559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任意多边形: 形状 66"/>
          <p:cNvSpPr/>
          <p:nvPr/>
        </p:nvSpPr>
        <p:spPr>
          <a:xfrm>
            <a:off x="8528140" y="4486653"/>
            <a:ext cx="111343" cy="152775"/>
          </a:xfrm>
          <a:custGeom>
            <a:avLst/>
            <a:gdLst>
              <a:gd name="connsiteX0" fmla="*/ 43314 w 111343"/>
              <a:gd name="connsiteY0" fmla="*/ 11373 h 152775"/>
              <a:gd name="connsiteX1" fmla="*/ 33887 w 111343"/>
              <a:gd name="connsiteY1" fmla="*/ 152775 h 152775"/>
              <a:gd name="connsiteX2" fmla="*/ 90448 w 111343"/>
              <a:gd name="connsiteY2" fmla="*/ 143349 h 152775"/>
              <a:gd name="connsiteX3" fmla="*/ 109301 w 111343"/>
              <a:gd name="connsiteY3" fmla="*/ 115068 h 152775"/>
              <a:gd name="connsiteX4" fmla="*/ 71594 w 111343"/>
              <a:gd name="connsiteY4" fmla="*/ 11373 h 152775"/>
              <a:gd name="connsiteX5" fmla="*/ 43314 w 111343"/>
              <a:gd name="connsiteY5" fmla="*/ 11373 h 152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343" h="152775">
                <a:moveTo>
                  <a:pt x="43314" y="11373"/>
                </a:moveTo>
                <a:cubicBezTo>
                  <a:pt x="37029" y="34940"/>
                  <a:pt x="-44626" y="152775"/>
                  <a:pt x="33887" y="152775"/>
                </a:cubicBezTo>
                <a:cubicBezTo>
                  <a:pt x="53001" y="152775"/>
                  <a:pt x="71594" y="146491"/>
                  <a:pt x="90448" y="143349"/>
                </a:cubicBezTo>
                <a:cubicBezTo>
                  <a:pt x="96732" y="133922"/>
                  <a:pt x="108360" y="126359"/>
                  <a:pt x="109301" y="115068"/>
                </a:cubicBezTo>
                <a:cubicBezTo>
                  <a:pt x="112490" y="76802"/>
                  <a:pt x="118029" y="22982"/>
                  <a:pt x="71594" y="11373"/>
                </a:cubicBezTo>
                <a:cubicBezTo>
                  <a:pt x="56352" y="7562"/>
                  <a:pt x="49599" y="-12194"/>
                  <a:pt x="43314" y="113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任意多边形: 形状 67"/>
          <p:cNvSpPr/>
          <p:nvPr/>
        </p:nvSpPr>
        <p:spPr>
          <a:xfrm>
            <a:off x="8563224" y="3429670"/>
            <a:ext cx="142432" cy="117097"/>
          </a:xfrm>
          <a:custGeom>
            <a:avLst/>
            <a:gdLst>
              <a:gd name="connsiteX0" fmla="*/ 103695 w 142432"/>
              <a:gd name="connsiteY0" fmla="*/ 2580 h 117097"/>
              <a:gd name="connsiteX1" fmla="*/ 141402 w 142432"/>
              <a:gd name="connsiteY1" fmla="*/ 68568 h 117097"/>
              <a:gd name="connsiteX2" fmla="*/ 131975 w 142432"/>
              <a:gd name="connsiteY2" fmla="*/ 96848 h 117097"/>
              <a:gd name="connsiteX3" fmla="*/ 94268 w 142432"/>
              <a:gd name="connsiteY3" fmla="*/ 87421 h 117097"/>
              <a:gd name="connsiteX4" fmla="*/ 47134 w 142432"/>
              <a:gd name="connsiteY4" fmla="*/ 96848 h 117097"/>
              <a:gd name="connsiteX5" fmla="*/ 18854 w 142432"/>
              <a:gd name="connsiteY5" fmla="*/ 115702 h 117097"/>
              <a:gd name="connsiteX6" fmla="*/ 0 w 142432"/>
              <a:gd name="connsiteY6" fmla="*/ 59141 h 117097"/>
              <a:gd name="connsiteX7" fmla="*/ 28280 w 142432"/>
              <a:gd name="connsiteY7" fmla="*/ 40287 h 117097"/>
              <a:gd name="connsiteX8" fmla="*/ 65988 w 142432"/>
              <a:gd name="connsiteY8" fmla="*/ 30860 h 117097"/>
              <a:gd name="connsiteX9" fmla="*/ 103695 w 142432"/>
              <a:gd name="connsiteY9" fmla="*/ 2580 h 117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2432" h="117097">
                <a:moveTo>
                  <a:pt x="103695" y="2580"/>
                </a:moveTo>
                <a:cubicBezTo>
                  <a:pt x="116264" y="8865"/>
                  <a:pt x="134122" y="44303"/>
                  <a:pt x="141402" y="68568"/>
                </a:cubicBezTo>
                <a:cubicBezTo>
                  <a:pt x="144257" y="78086"/>
                  <a:pt x="141201" y="93158"/>
                  <a:pt x="131975" y="96848"/>
                </a:cubicBezTo>
                <a:cubicBezTo>
                  <a:pt x="119946" y="101660"/>
                  <a:pt x="106837" y="90563"/>
                  <a:pt x="94268" y="87421"/>
                </a:cubicBezTo>
                <a:cubicBezTo>
                  <a:pt x="78557" y="90563"/>
                  <a:pt x="62136" y="91222"/>
                  <a:pt x="47134" y="96848"/>
                </a:cubicBezTo>
                <a:cubicBezTo>
                  <a:pt x="36526" y="100826"/>
                  <a:pt x="27701" y="122780"/>
                  <a:pt x="18854" y="115702"/>
                </a:cubicBezTo>
                <a:cubicBezTo>
                  <a:pt x="3335" y="103287"/>
                  <a:pt x="0" y="59141"/>
                  <a:pt x="0" y="59141"/>
                </a:cubicBezTo>
                <a:cubicBezTo>
                  <a:pt x="9427" y="52856"/>
                  <a:pt x="17867" y="44750"/>
                  <a:pt x="28280" y="40287"/>
                </a:cubicBezTo>
                <a:cubicBezTo>
                  <a:pt x="40189" y="35183"/>
                  <a:pt x="55208" y="38047"/>
                  <a:pt x="65988" y="30860"/>
                </a:cubicBezTo>
                <a:cubicBezTo>
                  <a:pt x="112330" y="-35"/>
                  <a:pt x="91126" y="-3705"/>
                  <a:pt x="103695" y="25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任意多边形: 形状 68"/>
          <p:cNvSpPr/>
          <p:nvPr/>
        </p:nvSpPr>
        <p:spPr>
          <a:xfrm>
            <a:off x="8454215" y="4144378"/>
            <a:ext cx="142199" cy="106638"/>
          </a:xfrm>
          <a:custGeom>
            <a:avLst/>
            <a:gdLst>
              <a:gd name="connsiteX0" fmla="*/ 75945 w 142199"/>
              <a:gd name="connsiteY0" fmla="*/ 12370 h 106638"/>
              <a:gd name="connsiteX1" fmla="*/ 141933 w 142199"/>
              <a:gd name="connsiteY1" fmla="*/ 68931 h 106638"/>
              <a:gd name="connsiteX2" fmla="*/ 132506 w 142199"/>
              <a:gd name="connsiteY2" fmla="*/ 106638 h 106638"/>
              <a:gd name="connsiteX3" fmla="*/ 75945 w 142199"/>
              <a:gd name="connsiteY3" fmla="*/ 97211 h 106638"/>
              <a:gd name="connsiteX4" fmla="*/ 47664 w 142199"/>
              <a:gd name="connsiteY4" fmla="*/ 87784 h 106638"/>
              <a:gd name="connsiteX5" fmla="*/ 9957 w 142199"/>
              <a:gd name="connsiteY5" fmla="*/ 78358 h 106638"/>
              <a:gd name="connsiteX6" fmla="*/ 9957 w 142199"/>
              <a:gd name="connsiteY6" fmla="*/ 21797 h 106638"/>
              <a:gd name="connsiteX7" fmla="*/ 38238 w 142199"/>
              <a:gd name="connsiteY7" fmla="*/ 12370 h 106638"/>
              <a:gd name="connsiteX8" fmla="*/ 75945 w 142199"/>
              <a:gd name="connsiteY8" fmla="*/ 12370 h 10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199" h="106638">
                <a:moveTo>
                  <a:pt x="75945" y="12370"/>
                </a:moveTo>
                <a:cubicBezTo>
                  <a:pt x="93227" y="21797"/>
                  <a:pt x="137852" y="40367"/>
                  <a:pt x="141933" y="68931"/>
                </a:cubicBezTo>
                <a:cubicBezTo>
                  <a:pt x="143765" y="81757"/>
                  <a:pt x="135648" y="94069"/>
                  <a:pt x="132506" y="106638"/>
                </a:cubicBezTo>
                <a:cubicBezTo>
                  <a:pt x="113652" y="103496"/>
                  <a:pt x="94604" y="101357"/>
                  <a:pt x="75945" y="97211"/>
                </a:cubicBezTo>
                <a:cubicBezTo>
                  <a:pt x="66245" y="95055"/>
                  <a:pt x="57219" y="90514"/>
                  <a:pt x="47664" y="87784"/>
                </a:cubicBezTo>
                <a:cubicBezTo>
                  <a:pt x="35207" y="84225"/>
                  <a:pt x="22526" y="81500"/>
                  <a:pt x="9957" y="78358"/>
                </a:cubicBezTo>
                <a:cubicBezTo>
                  <a:pt x="3672" y="59504"/>
                  <a:pt x="-8897" y="40650"/>
                  <a:pt x="9957" y="21797"/>
                </a:cubicBezTo>
                <a:cubicBezTo>
                  <a:pt x="16984" y="14771"/>
                  <a:pt x="28811" y="15512"/>
                  <a:pt x="38238" y="12370"/>
                </a:cubicBezTo>
                <a:cubicBezTo>
                  <a:pt x="71747" y="-9970"/>
                  <a:pt x="58663" y="2943"/>
                  <a:pt x="75945" y="1237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任意多边形: 形状 69"/>
          <p:cNvSpPr/>
          <p:nvPr/>
        </p:nvSpPr>
        <p:spPr>
          <a:xfrm>
            <a:off x="8259784" y="3846281"/>
            <a:ext cx="104990" cy="125961"/>
          </a:xfrm>
          <a:custGeom>
            <a:avLst/>
            <a:gdLst>
              <a:gd name="connsiteX0" fmla="*/ 103718 w 104990"/>
              <a:gd name="connsiteY0" fmla="*/ 59973 h 125961"/>
              <a:gd name="connsiteX1" fmla="*/ 94291 w 104990"/>
              <a:gd name="connsiteY1" fmla="*/ 3412 h 125961"/>
              <a:gd name="connsiteX2" fmla="*/ 56584 w 104990"/>
              <a:gd name="connsiteY2" fmla="*/ 12839 h 125961"/>
              <a:gd name="connsiteX3" fmla="*/ 37730 w 104990"/>
              <a:gd name="connsiteY3" fmla="*/ 41119 h 125961"/>
              <a:gd name="connsiteX4" fmla="*/ 9450 w 104990"/>
              <a:gd name="connsiteY4" fmla="*/ 59973 h 125961"/>
              <a:gd name="connsiteX5" fmla="*/ 28303 w 104990"/>
              <a:gd name="connsiteY5" fmla="*/ 107107 h 125961"/>
              <a:gd name="connsiteX6" fmla="*/ 84864 w 104990"/>
              <a:gd name="connsiteY6" fmla="*/ 125961 h 125961"/>
              <a:gd name="connsiteX7" fmla="*/ 103718 w 104990"/>
              <a:gd name="connsiteY7" fmla="*/ 59973 h 12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4990" h="125961">
                <a:moveTo>
                  <a:pt x="103718" y="59973"/>
                </a:moveTo>
                <a:cubicBezTo>
                  <a:pt x="105289" y="39548"/>
                  <a:pt x="107806" y="16927"/>
                  <a:pt x="94291" y="3412"/>
                </a:cubicBezTo>
                <a:cubicBezTo>
                  <a:pt x="85130" y="-5749"/>
                  <a:pt x="67364" y="5652"/>
                  <a:pt x="56584" y="12839"/>
                </a:cubicBezTo>
                <a:cubicBezTo>
                  <a:pt x="47157" y="19123"/>
                  <a:pt x="45741" y="33108"/>
                  <a:pt x="37730" y="41119"/>
                </a:cubicBezTo>
                <a:cubicBezTo>
                  <a:pt x="29719" y="49130"/>
                  <a:pt x="18877" y="53688"/>
                  <a:pt x="9450" y="59973"/>
                </a:cubicBezTo>
                <a:cubicBezTo>
                  <a:pt x="-1492" y="92797"/>
                  <a:pt x="-10603" y="89815"/>
                  <a:pt x="28303" y="107107"/>
                </a:cubicBezTo>
                <a:cubicBezTo>
                  <a:pt x="46464" y="115179"/>
                  <a:pt x="84864" y="125961"/>
                  <a:pt x="84864" y="125961"/>
                </a:cubicBezTo>
                <a:cubicBezTo>
                  <a:pt x="108947" y="89837"/>
                  <a:pt x="102147" y="80398"/>
                  <a:pt x="103718" y="599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任意多边形: 形状 70"/>
          <p:cNvSpPr/>
          <p:nvPr/>
        </p:nvSpPr>
        <p:spPr>
          <a:xfrm>
            <a:off x="9905577" y="3364780"/>
            <a:ext cx="131975" cy="128439"/>
          </a:xfrm>
          <a:custGeom>
            <a:avLst/>
            <a:gdLst>
              <a:gd name="connsiteX0" fmla="*/ 103695 w 131975"/>
              <a:gd name="connsiteY0" fmla="*/ 40251 h 128439"/>
              <a:gd name="connsiteX1" fmla="*/ 131975 w 131975"/>
              <a:gd name="connsiteY1" fmla="*/ 125092 h 128439"/>
              <a:gd name="connsiteX2" fmla="*/ 103695 w 131975"/>
              <a:gd name="connsiteY2" fmla="*/ 115665 h 128439"/>
              <a:gd name="connsiteX3" fmla="*/ 75414 w 131975"/>
              <a:gd name="connsiteY3" fmla="*/ 96812 h 128439"/>
              <a:gd name="connsiteX4" fmla="*/ 0 w 131975"/>
              <a:gd name="connsiteY4" fmla="*/ 77958 h 128439"/>
              <a:gd name="connsiteX5" fmla="*/ 9427 w 131975"/>
              <a:gd name="connsiteY5" fmla="*/ 2544 h 128439"/>
              <a:gd name="connsiteX6" fmla="*/ 37707 w 131975"/>
              <a:gd name="connsiteY6" fmla="*/ 11971 h 128439"/>
              <a:gd name="connsiteX7" fmla="*/ 103695 w 131975"/>
              <a:gd name="connsiteY7" fmla="*/ 40251 h 128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975" h="128439">
                <a:moveTo>
                  <a:pt x="103695" y="40251"/>
                </a:moveTo>
                <a:cubicBezTo>
                  <a:pt x="119406" y="59104"/>
                  <a:pt x="131975" y="95282"/>
                  <a:pt x="131975" y="125092"/>
                </a:cubicBezTo>
                <a:cubicBezTo>
                  <a:pt x="131975" y="135029"/>
                  <a:pt x="112583" y="120109"/>
                  <a:pt x="103695" y="115665"/>
                </a:cubicBezTo>
                <a:cubicBezTo>
                  <a:pt x="93561" y="110598"/>
                  <a:pt x="85548" y="101879"/>
                  <a:pt x="75414" y="96812"/>
                </a:cubicBezTo>
                <a:cubicBezTo>
                  <a:pt x="56088" y="87149"/>
                  <a:pt x="17930" y="81544"/>
                  <a:pt x="0" y="77958"/>
                </a:cubicBezTo>
                <a:cubicBezTo>
                  <a:pt x="3142" y="52820"/>
                  <a:pt x="-3142" y="24540"/>
                  <a:pt x="9427" y="2544"/>
                </a:cubicBezTo>
                <a:cubicBezTo>
                  <a:pt x="14357" y="-6083"/>
                  <a:pt x="28007" y="9816"/>
                  <a:pt x="37707" y="11971"/>
                </a:cubicBezTo>
                <a:cubicBezTo>
                  <a:pt x="107701" y="27525"/>
                  <a:pt x="87984" y="21398"/>
                  <a:pt x="103695" y="4025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任意多边形: 形状 71"/>
          <p:cNvSpPr/>
          <p:nvPr/>
        </p:nvSpPr>
        <p:spPr>
          <a:xfrm rot="17062814">
            <a:off x="8672455" y="4468161"/>
            <a:ext cx="144217" cy="79732"/>
          </a:xfrm>
          <a:custGeom>
            <a:avLst/>
            <a:gdLst>
              <a:gd name="connsiteX0" fmla="*/ 134819 w 144217"/>
              <a:gd name="connsiteY0" fmla="*/ 4317 h 79732"/>
              <a:gd name="connsiteX1" fmla="*/ 2844 w 144217"/>
              <a:gd name="connsiteY1" fmla="*/ 60878 h 79732"/>
              <a:gd name="connsiteX2" fmla="*/ 31124 w 144217"/>
              <a:gd name="connsiteY2" fmla="*/ 79732 h 79732"/>
              <a:gd name="connsiteX3" fmla="*/ 59405 w 144217"/>
              <a:gd name="connsiteY3" fmla="*/ 70305 h 79732"/>
              <a:gd name="connsiteX4" fmla="*/ 125392 w 144217"/>
              <a:gd name="connsiteY4" fmla="*/ 60878 h 79732"/>
              <a:gd name="connsiteX5" fmla="*/ 134819 w 144217"/>
              <a:gd name="connsiteY5" fmla="*/ 4317 h 7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217" h="79732">
                <a:moveTo>
                  <a:pt x="134819" y="4317"/>
                </a:moveTo>
                <a:cubicBezTo>
                  <a:pt x="114394" y="4317"/>
                  <a:pt x="-21188" y="-23238"/>
                  <a:pt x="2844" y="60878"/>
                </a:cubicBezTo>
                <a:cubicBezTo>
                  <a:pt x="5956" y="71772"/>
                  <a:pt x="21697" y="73447"/>
                  <a:pt x="31124" y="79732"/>
                </a:cubicBezTo>
                <a:cubicBezTo>
                  <a:pt x="40551" y="76590"/>
                  <a:pt x="49661" y="72254"/>
                  <a:pt x="59405" y="70305"/>
                </a:cubicBezTo>
                <a:cubicBezTo>
                  <a:pt x="81192" y="65947"/>
                  <a:pt x="110932" y="77748"/>
                  <a:pt x="125392" y="60878"/>
                </a:cubicBezTo>
                <a:cubicBezTo>
                  <a:pt x="137831" y="46366"/>
                  <a:pt x="155244" y="4317"/>
                  <a:pt x="134819" y="431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: 形状 72"/>
          <p:cNvSpPr/>
          <p:nvPr/>
        </p:nvSpPr>
        <p:spPr>
          <a:xfrm>
            <a:off x="7673025" y="4387570"/>
            <a:ext cx="118463" cy="102094"/>
          </a:xfrm>
          <a:custGeom>
            <a:avLst/>
            <a:gdLst>
              <a:gd name="connsiteX0" fmla="*/ 4637 w 118463"/>
              <a:gd name="connsiteY0" fmla="*/ 380 h 102094"/>
              <a:gd name="connsiteX1" fmla="*/ 117758 w 118463"/>
              <a:gd name="connsiteY1" fmla="*/ 85221 h 102094"/>
              <a:gd name="connsiteX2" fmla="*/ 32917 w 118463"/>
              <a:gd name="connsiteY2" fmla="*/ 94648 h 102094"/>
              <a:gd name="connsiteX3" fmla="*/ 14063 w 118463"/>
              <a:gd name="connsiteY3" fmla="*/ 66367 h 102094"/>
              <a:gd name="connsiteX4" fmla="*/ 4637 w 118463"/>
              <a:gd name="connsiteY4" fmla="*/ 380 h 102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463" h="102094">
                <a:moveTo>
                  <a:pt x="4637" y="380"/>
                </a:moveTo>
                <a:cubicBezTo>
                  <a:pt x="21920" y="3522"/>
                  <a:pt x="104214" y="40075"/>
                  <a:pt x="117758" y="85221"/>
                </a:cubicBezTo>
                <a:cubicBezTo>
                  <a:pt x="125934" y="112475"/>
                  <a:pt x="60912" y="99738"/>
                  <a:pt x="32917" y="94648"/>
                </a:cubicBezTo>
                <a:cubicBezTo>
                  <a:pt x="21770" y="92621"/>
                  <a:pt x="20348" y="75794"/>
                  <a:pt x="14063" y="66367"/>
                </a:cubicBezTo>
                <a:cubicBezTo>
                  <a:pt x="24723" y="13070"/>
                  <a:pt x="-12646" y="-2762"/>
                  <a:pt x="4637" y="3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/>
          <p:cNvSpPr/>
          <p:nvPr/>
        </p:nvSpPr>
        <p:spPr>
          <a:xfrm>
            <a:off x="8481055" y="5120128"/>
            <a:ext cx="115359" cy="75414"/>
          </a:xfrm>
          <a:custGeom>
            <a:avLst/>
            <a:gdLst>
              <a:gd name="connsiteX0" fmla="*/ 115359 w 115359"/>
              <a:gd name="connsiteY0" fmla="*/ 75414 h 75414"/>
              <a:gd name="connsiteX1" fmla="*/ 68225 w 115359"/>
              <a:gd name="connsiteY1" fmla="*/ 56561 h 75414"/>
              <a:gd name="connsiteX2" fmla="*/ 2238 w 115359"/>
              <a:gd name="connsiteY2" fmla="*/ 47134 h 75414"/>
              <a:gd name="connsiteX3" fmla="*/ 21091 w 115359"/>
              <a:gd name="connsiteY3" fmla="*/ 18854 h 75414"/>
              <a:gd name="connsiteX4" fmla="*/ 49372 w 115359"/>
              <a:gd name="connsiteY4" fmla="*/ 0 h 75414"/>
              <a:gd name="connsiteX5" fmla="*/ 96506 w 115359"/>
              <a:gd name="connsiteY5" fmla="*/ 9427 h 75414"/>
              <a:gd name="connsiteX6" fmla="*/ 105933 w 115359"/>
              <a:gd name="connsiteY6" fmla="*/ 37707 h 75414"/>
              <a:gd name="connsiteX7" fmla="*/ 115359 w 115359"/>
              <a:gd name="connsiteY7" fmla="*/ 75414 h 75414"/>
              <a:gd name="connsiteX8" fmla="*/ 115359 w 115359"/>
              <a:gd name="connsiteY8" fmla="*/ 75414 h 75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359" h="75414">
                <a:moveTo>
                  <a:pt x="115359" y="75414"/>
                </a:moveTo>
                <a:cubicBezTo>
                  <a:pt x="107503" y="72272"/>
                  <a:pt x="84641" y="60665"/>
                  <a:pt x="68225" y="56561"/>
                </a:cubicBezTo>
                <a:cubicBezTo>
                  <a:pt x="46669" y="51172"/>
                  <a:pt x="19588" y="61014"/>
                  <a:pt x="2238" y="47134"/>
                </a:cubicBezTo>
                <a:cubicBezTo>
                  <a:pt x="-6609" y="40057"/>
                  <a:pt x="13080" y="26865"/>
                  <a:pt x="21091" y="18854"/>
                </a:cubicBezTo>
                <a:cubicBezTo>
                  <a:pt x="29102" y="10843"/>
                  <a:pt x="39945" y="6285"/>
                  <a:pt x="49372" y="0"/>
                </a:cubicBezTo>
                <a:cubicBezTo>
                  <a:pt x="65083" y="3142"/>
                  <a:pt x="83174" y="539"/>
                  <a:pt x="96506" y="9427"/>
                </a:cubicBezTo>
                <a:cubicBezTo>
                  <a:pt x="104774" y="14939"/>
                  <a:pt x="103203" y="28153"/>
                  <a:pt x="105933" y="37707"/>
                </a:cubicBezTo>
                <a:cubicBezTo>
                  <a:pt x="109492" y="50164"/>
                  <a:pt x="109565" y="63826"/>
                  <a:pt x="115359" y="75414"/>
                </a:cubicBezTo>
                <a:lnTo>
                  <a:pt x="115359" y="75414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: 形状 74"/>
          <p:cNvSpPr/>
          <p:nvPr/>
        </p:nvSpPr>
        <p:spPr>
          <a:xfrm>
            <a:off x="6942979" y="4310567"/>
            <a:ext cx="110309" cy="113659"/>
          </a:xfrm>
          <a:custGeom>
            <a:avLst/>
            <a:gdLst>
              <a:gd name="connsiteX0" fmla="*/ 103698 w 110309"/>
              <a:gd name="connsiteY0" fmla="*/ 19391 h 113659"/>
              <a:gd name="connsiteX1" fmla="*/ 9430 w 110309"/>
              <a:gd name="connsiteY1" fmla="*/ 538 h 113659"/>
              <a:gd name="connsiteX2" fmla="*/ 3 w 110309"/>
              <a:gd name="connsiteY2" fmla="*/ 28818 h 113659"/>
              <a:gd name="connsiteX3" fmla="*/ 9430 w 110309"/>
              <a:gd name="connsiteY3" fmla="*/ 75952 h 113659"/>
              <a:gd name="connsiteX4" fmla="*/ 65991 w 110309"/>
              <a:gd name="connsiteY4" fmla="*/ 113659 h 113659"/>
              <a:gd name="connsiteX5" fmla="*/ 103698 w 110309"/>
              <a:gd name="connsiteY5" fmla="*/ 75952 h 113659"/>
              <a:gd name="connsiteX6" fmla="*/ 103698 w 110309"/>
              <a:gd name="connsiteY6" fmla="*/ 19391 h 11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309" h="113659">
                <a:moveTo>
                  <a:pt x="103698" y="19391"/>
                </a:moveTo>
                <a:cubicBezTo>
                  <a:pt x="87987" y="6822"/>
                  <a:pt x="41343" y="-2363"/>
                  <a:pt x="9430" y="538"/>
                </a:cubicBezTo>
                <a:cubicBezTo>
                  <a:pt x="-466" y="1438"/>
                  <a:pt x="3" y="18881"/>
                  <a:pt x="3" y="28818"/>
                </a:cubicBezTo>
                <a:cubicBezTo>
                  <a:pt x="3" y="44840"/>
                  <a:pt x="-407" y="63305"/>
                  <a:pt x="9430" y="75952"/>
                </a:cubicBezTo>
                <a:cubicBezTo>
                  <a:pt x="23341" y="93838"/>
                  <a:pt x="65991" y="113659"/>
                  <a:pt x="65991" y="113659"/>
                </a:cubicBezTo>
                <a:cubicBezTo>
                  <a:pt x="84845" y="107375"/>
                  <a:pt x="109983" y="107375"/>
                  <a:pt x="103698" y="75952"/>
                </a:cubicBezTo>
                <a:cubicBezTo>
                  <a:pt x="101955" y="67237"/>
                  <a:pt x="119409" y="31960"/>
                  <a:pt x="103698" y="1939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任意多边形: 形状 75"/>
          <p:cNvSpPr/>
          <p:nvPr/>
        </p:nvSpPr>
        <p:spPr>
          <a:xfrm rot="17062814">
            <a:off x="7498799" y="4874420"/>
            <a:ext cx="110034" cy="90251"/>
          </a:xfrm>
          <a:custGeom>
            <a:avLst/>
            <a:gdLst>
              <a:gd name="connsiteX0" fmla="*/ 101929 w 110034"/>
              <a:gd name="connsiteY0" fmla="*/ 5700 h 90251"/>
              <a:gd name="connsiteX1" fmla="*/ 92502 w 110034"/>
              <a:gd name="connsiteY1" fmla="*/ 81114 h 90251"/>
              <a:gd name="connsiteX2" fmla="*/ 7661 w 110034"/>
              <a:gd name="connsiteY2" fmla="*/ 71688 h 90251"/>
              <a:gd name="connsiteX3" fmla="*/ 17088 w 110034"/>
              <a:gd name="connsiteY3" fmla="*/ 15127 h 90251"/>
              <a:gd name="connsiteX4" fmla="*/ 101929 w 110034"/>
              <a:gd name="connsiteY4" fmla="*/ 5700 h 90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034" h="90251">
                <a:moveTo>
                  <a:pt x="101929" y="5700"/>
                </a:moveTo>
                <a:cubicBezTo>
                  <a:pt x="114498" y="16698"/>
                  <a:pt x="113256" y="66586"/>
                  <a:pt x="92502" y="81114"/>
                </a:cubicBezTo>
                <a:cubicBezTo>
                  <a:pt x="69191" y="97432"/>
                  <a:pt x="29075" y="90425"/>
                  <a:pt x="7661" y="71688"/>
                </a:cubicBezTo>
                <a:cubicBezTo>
                  <a:pt x="-6724" y="59102"/>
                  <a:pt x="698" y="24961"/>
                  <a:pt x="17088" y="15127"/>
                </a:cubicBezTo>
                <a:cubicBezTo>
                  <a:pt x="41338" y="577"/>
                  <a:pt x="89360" y="-5298"/>
                  <a:pt x="101929" y="570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: 形状 76"/>
          <p:cNvSpPr/>
          <p:nvPr/>
        </p:nvSpPr>
        <p:spPr>
          <a:xfrm>
            <a:off x="7384437" y="4244463"/>
            <a:ext cx="159730" cy="98701"/>
          </a:xfrm>
          <a:custGeom>
            <a:avLst/>
            <a:gdLst>
              <a:gd name="connsiteX0" fmla="*/ 150828 w 159730"/>
              <a:gd name="connsiteY0" fmla="*/ 70421 h 98701"/>
              <a:gd name="connsiteX1" fmla="*/ 0 w 159730"/>
              <a:gd name="connsiteY1" fmla="*/ 32714 h 98701"/>
              <a:gd name="connsiteX2" fmla="*/ 9426 w 159730"/>
              <a:gd name="connsiteY2" fmla="*/ 60994 h 98701"/>
              <a:gd name="connsiteX3" fmla="*/ 37707 w 159730"/>
              <a:gd name="connsiteY3" fmla="*/ 51567 h 98701"/>
              <a:gd name="connsiteX4" fmla="*/ 75414 w 159730"/>
              <a:gd name="connsiteY4" fmla="*/ 89275 h 98701"/>
              <a:gd name="connsiteX5" fmla="*/ 103694 w 159730"/>
              <a:gd name="connsiteY5" fmla="*/ 98701 h 98701"/>
              <a:gd name="connsiteX6" fmla="*/ 131975 w 159730"/>
              <a:gd name="connsiteY6" fmla="*/ 89275 h 98701"/>
              <a:gd name="connsiteX7" fmla="*/ 141402 w 159730"/>
              <a:gd name="connsiteY7" fmla="*/ 60994 h 98701"/>
              <a:gd name="connsiteX8" fmla="*/ 150828 w 159730"/>
              <a:gd name="connsiteY8" fmla="*/ 70421 h 98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730" h="98701">
                <a:moveTo>
                  <a:pt x="150828" y="70421"/>
                </a:moveTo>
                <a:cubicBezTo>
                  <a:pt x="127261" y="65708"/>
                  <a:pt x="0" y="-56986"/>
                  <a:pt x="0" y="32714"/>
                </a:cubicBezTo>
                <a:cubicBezTo>
                  <a:pt x="0" y="42651"/>
                  <a:pt x="6284" y="51567"/>
                  <a:pt x="9426" y="60994"/>
                </a:cubicBezTo>
                <a:cubicBezTo>
                  <a:pt x="18853" y="57852"/>
                  <a:pt x="27770" y="51567"/>
                  <a:pt x="37707" y="51567"/>
                </a:cubicBezTo>
                <a:cubicBezTo>
                  <a:pt x="87982" y="51567"/>
                  <a:pt x="50276" y="64137"/>
                  <a:pt x="75414" y="89275"/>
                </a:cubicBezTo>
                <a:cubicBezTo>
                  <a:pt x="82440" y="96301"/>
                  <a:pt x="94267" y="95559"/>
                  <a:pt x="103694" y="98701"/>
                </a:cubicBezTo>
                <a:cubicBezTo>
                  <a:pt x="113121" y="95559"/>
                  <a:pt x="124949" y="96301"/>
                  <a:pt x="131975" y="89275"/>
                </a:cubicBezTo>
                <a:cubicBezTo>
                  <a:pt x="139002" y="82249"/>
                  <a:pt x="137712" y="70220"/>
                  <a:pt x="141402" y="60994"/>
                </a:cubicBezTo>
                <a:cubicBezTo>
                  <a:pt x="144011" y="54470"/>
                  <a:pt x="174395" y="75134"/>
                  <a:pt x="150828" y="7042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任意多边形: 形状 77"/>
          <p:cNvSpPr/>
          <p:nvPr/>
        </p:nvSpPr>
        <p:spPr>
          <a:xfrm>
            <a:off x="9994175" y="2942591"/>
            <a:ext cx="88042" cy="126071"/>
          </a:xfrm>
          <a:custGeom>
            <a:avLst/>
            <a:gdLst>
              <a:gd name="connsiteX0" fmla="*/ 75414 w 88042"/>
              <a:gd name="connsiteY0" fmla="*/ 3523 h 126071"/>
              <a:gd name="connsiteX1" fmla="*/ 84841 w 88042"/>
              <a:gd name="connsiteY1" fmla="*/ 88364 h 126071"/>
              <a:gd name="connsiteX2" fmla="*/ 56561 w 88042"/>
              <a:gd name="connsiteY2" fmla="*/ 97791 h 126071"/>
              <a:gd name="connsiteX3" fmla="*/ 47134 w 88042"/>
              <a:gd name="connsiteY3" fmla="*/ 126071 h 126071"/>
              <a:gd name="connsiteX4" fmla="*/ 0 w 88042"/>
              <a:gd name="connsiteY4" fmla="*/ 41230 h 126071"/>
              <a:gd name="connsiteX5" fmla="*/ 75414 w 88042"/>
              <a:gd name="connsiteY5" fmla="*/ 3523 h 12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042" h="126071">
                <a:moveTo>
                  <a:pt x="75414" y="3523"/>
                </a:moveTo>
                <a:cubicBezTo>
                  <a:pt x="89554" y="11379"/>
                  <a:pt x="90421" y="60462"/>
                  <a:pt x="84841" y="88364"/>
                </a:cubicBezTo>
                <a:cubicBezTo>
                  <a:pt x="82892" y="98108"/>
                  <a:pt x="63587" y="90765"/>
                  <a:pt x="56561" y="97791"/>
                </a:cubicBezTo>
                <a:cubicBezTo>
                  <a:pt x="49535" y="104817"/>
                  <a:pt x="50276" y="116644"/>
                  <a:pt x="47134" y="126071"/>
                </a:cubicBezTo>
                <a:cubicBezTo>
                  <a:pt x="3915" y="61243"/>
                  <a:pt x="16592" y="91007"/>
                  <a:pt x="0" y="41230"/>
                </a:cubicBezTo>
                <a:cubicBezTo>
                  <a:pt x="14396" y="-1955"/>
                  <a:pt x="61274" y="-4333"/>
                  <a:pt x="75414" y="352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任意多边形: 形状 78"/>
          <p:cNvSpPr/>
          <p:nvPr/>
        </p:nvSpPr>
        <p:spPr>
          <a:xfrm>
            <a:off x="9103606" y="4820918"/>
            <a:ext cx="123854" cy="98627"/>
          </a:xfrm>
          <a:custGeom>
            <a:avLst/>
            <a:gdLst>
              <a:gd name="connsiteX0" fmla="*/ 57119 w 123854"/>
              <a:gd name="connsiteY0" fmla="*/ 37707 h 98627"/>
              <a:gd name="connsiteX1" fmla="*/ 47692 w 123854"/>
              <a:gd name="connsiteY1" fmla="*/ 94268 h 98627"/>
              <a:gd name="connsiteX2" fmla="*/ 9985 w 123854"/>
              <a:gd name="connsiteY2" fmla="*/ 84841 h 98627"/>
              <a:gd name="connsiteX3" fmla="*/ 47692 w 123854"/>
              <a:gd name="connsiteY3" fmla="*/ 0 h 98627"/>
              <a:gd name="connsiteX4" fmla="*/ 123106 w 123854"/>
              <a:gd name="connsiteY4" fmla="*/ 37707 h 98627"/>
              <a:gd name="connsiteX5" fmla="*/ 94826 w 123854"/>
              <a:gd name="connsiteY5" fmla="*/ 47134 h 98627"/>
              <a:gd name="connsiteX6" fmla="*/ 47692 w 123854"/>
              <a:gd name="connsiteY6" fmla="*/ 37707 h 98627"/>
              <a:gd name="connsiteX7" fmla="*/ 19411 w 123854"/>
              <a:gd name="connsiteY7" fmla="*/ 28280 h 98627"/>
              <a:gd name="connsiteX8" fmla="*/ 57119 w 123854"/>
              <a:gd name="connsiteY8" fmla="*/ 37707 h 9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854" h="98627">
                <a:moveTo>
                  <a:pt x="57119" y="37707"/>
                </a:moveTo>
                <a:cubicBezTo>
                  <a:pt x="61833" y="48705"/>
                  <a:pt x="61207" y="80753"/>
                  <a:pt x="47692" y="94268"/>
                </a:cubicBezTo>
                <a:cubicBezTo>
                  <a:pt x="38531" y="103429"/>
                  <a:pt x="14082" y="97132"/>
                  <a:pt x="9985" y="84841"/>
                </a:cubicBezTo>
                <a:cubicBezTo>
                  <a:pt x="-14532" y="11292"/>
                  <a:pt x="9175" y="12839"/>
                  <a:pt x="47692" y="0"/>
                </a:cubicBezTo>
                <a:cubicBezTo>
                  <a:pt x="49832" y="357"/>
                  <a:pt x="132532" y="4"/>
                  <a:pt x="123106" y="37707"/>
                </a:cubicBezTo>
                <a:cubicBezTo>
                  <a:pt x="120696" y="47347"/>
                  <a:pt x="104253" y="43992"/>
                  <a:pt x="94826" y="47134"/>
                </a:cubicBezTo>
                <a:cubicBezTo>
                  <a:pt x="79115" y="43992"/>
                  <a:pt x="63236" y="41593"/>
                  <a:pt x="47692" y="37707"/>
                </a:cubicBezTo>
                <a:cubicBezTo>
                  <a:pt x="38052" y="35297"/>
                  <a:pt x="11143" y="33792"/>
                  <a:pt x="19411" y="28280"/>
                </a:cubicBezTo>
                <a:cubicBezTo>
                  <a:pt x="35315" y="17678"/>
                  <a:pt x="52405" y="26709"/>
                  <a:pt x="57119" y="3770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任意多边形: 形状 79"/>
          <p:cNvSpPr/>
          <p:nvPr/>
        </p:nvSpPr>
        <p:spPr>
          <a:xfrm rot="17062814">
            <a:off x="7219812" y="5011636"/>
            <a:ext cx="109886" cy="99319"/>
          </a:xfrm>
          <a:custGeom>
            <a:avLst/>
            <a:gdLst>
              <a:gd name="connsiteX0" fmla="*/ 33729 w 109886"/>
              <a:gd name="connsiteY0" fmla="*/ 94604 h 99319"/>
              <a:gd name="connsiteX1" fmla="*/ 109143 w 109886"/>
              <a:gd name="connsiteY1" fmla="*/ 19190 h 99319"/>
              <a:gd name="connsiteX2" fmla="*/ 80863 w 109886"/>
              <a:gd name="connsiteY2" fmla="*/ 336 h 99319"/>
              <a:gd name="connsiteX3" fmla="*/ 24302 w 109886"/>
              <a:gd name="connsiteY3" fmla="*/ 9763 h 99319"/>
              <a:gd name="connsiteX4" fmla="*/ 14875 w 109886"/>
              <a:gd name="connsiteY4" fmla="*/ 85177 h 99319"/>
              <a:gd name="connsiteX5" fmla="*/ 33729 w 109886"/>
              <a:gd name="connsiteY5" fmla="*/ 94604 h 99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886" h="99319">
                <a:moveTo>
                  <a:pt x="33729" y="94604"/>
                </a:moveTo>
                <a:cubicBezTo>
                  <a:pt x="49440" y="83606"/>
                  <a:pt x="93244" y="50987"/>
                  <a:pt x="109143" y="19190"/>
                </a:cubicBezTo>
                <a:cubicBezTo>
                  <a:pt x="114210" y="9057"/>
                  <a:pt x="92123" y="1587"/>
                  <a:pt x="80863" y="336"/>
                </a:cubicBezTo>
                <a:cubicBezTo>
                  <a:pt x="61866" y="-1775"/>
                  <a:pt x="43156" y="6621"/>
                  <a:pt x="24302" y="9763"/>
                </a:cubicBezTo>
                <a:cubicBezTo>
                  <a:pt x="11269" y="29312"/>
                  <a:pt x="-17576" y="58135"/>
                  <a:pt x="14875" y="85177"/>
                </a:cubicBezTo>
                <a:cubicBezTo>
                  <a:pt x="26945" y="95235"/>
                  <a:pt x="18018" y="105602"/>
                  <a:pt x="33729" y="9460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任意多边形: 形状 81"/>
          <p:cNvSpPr/>
          <p:nvPr/>
        </p:nvSpPr>
        <p:spPr>
          <a:xfrm>
            <a:off x="7830524" y="3697931"/>
            <a:ext cx="182112" cy="97086"/>
          </a:xfrm>
          <a:custGeom>
            <a:avLst/>
            <a:gdLst>
              <a:gd name="connsiteX0" fmla="*/ 134978 w 182112"/>
              <a:gd name="connsiteY0" fmla="*/ 53559 h 97086"/>
              <a:gd name="connsiteX1" fmla="*/ 59563 w 182112"/>
              <a:gd name="connsiteY1" fmla="*/ 6425 h 97086"/>
              <a:gd name="connsiteX2" fmla="*/ 31283 w 182112"/>
              <a:gd name="connsiteY2" fmla="*/ 15852 h 97086"/>
              <a:gd name="connsiteX3" fmla="*/ 12429 w 182112"/>
              <a:gd name="connsiteY3" fmla="*/ 81840 h 97086"/>
              <a:gd name="connsiteX4" fmla="*/ 40709 w 182112"/>
              <a:gd name="connsiteY4" fmla="*/ 91267 h 97086"/>
              <a:gd name="connsiteX5" fmla="*/ 182112 w 182112"/>
              <a:gd name="connsiteY5" fmla="*/ 53559 h 97086"/>
              <a:gd name="connsiteX6" fmla="*/ 172685 w 182112"/>
              <a:gd name="connsiteY6" fmla="*/ 25279 h 97086"/>
              <a:gd name="connsiteX7" fmla="*/ 116124 w 182112"/>
              <a:gd name="connsiteY7" fmla="*/ 34706 h 97086"/>
              <a:gd name="connsiteX8" fmla="*/ 134978 w 182112"/>
              <a:gd name="connsiteY8" fmla="*/ 53559 h 9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112" h="97086">
                <a:moveTo>
                  <a:pt x="134978" y="53559"/>
                </a:moveTo>
                <a:cubicBezTo>
                  <a:pt x="125551" y="48845"/>
                  <a:pt x="114788" y="-21187"/>
                  <a:pt x="59563" y="6425"/>
                </a:cubicBezTo>
                <a:cubicBezTo>
                  <a:pt x="50675" y="10869"/>
                  <a:pt x="40710" y="12710"/>
                  <a:pt x="31283" y="15852"/>
                </a:cubicBezTo>
                <a:cubicBezTo>
                  <a:pt x="9763" y="37372"/>
                  <a:pt x="-15705" y="46673"/>
                  <a:pt x="12429" y="81840"/>
                </a:cubicBezTo>
                <a:cubicBezTo>
                  <a:pt x="18636" y="89599"/>
                  <a:pt x="31282" y="88125"/>
                  <a:pt x="40709" y="91267"/>
                </a:cubicBezTo>
                <a:cubicBezTo>
                  <a:pt x="78854" y="88542"/>
                  <a:pt x="182112" y="122011"/>
                  <a:pt x="182112" y="53559"/>
                </a:cubicBezTo>
                <a:cubicBezTo>
                  <a:pt x="182112" y="43622"/>
                  <a:pt x="175827" y="34706"/>
                  <a:pt x="172685" y="25279"/>
                </a:cubicBezTo>
                <a:cubicBezTo>
                  <a:pt x="153831" y="28421"/>
                  <a:pt x="131049" y="22766"/>
                  <a:pt x="116124" y="34706"/>
                </a:cubicBezTo>
                <a:cubicBezTo>
                  <a:pt x="108365" y="40913"/>
                  <a:pt x="144405" y="58273"/>
                  <a:pt x="134978" y="53559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任意多边形: 形状 82"/>
          <p:cNvSpPr/>
          <p:nvPr/>
        </p:nvSpPr>
        <p:spPr>
          <a:xfrm>
            <a:off x="6812996" y="4576943"/>
            <a:ext cx="111343" cy="152775"/>
          </a:xfrm>
          <a:custGeom>
            <a:avLst/>
            <a:gdLst>
              <a:gd name="connsiteX0" fmla="*/ 43314 w 111343"/>
              <a:gd name="connsiteY0" fmla="*/ 11373 h 152775"/>
              <a:gd name="connsiteX1" fmla="*/ 33887 w 111343"/>
              <a:gd name="connsiteY1" fmla="*/ 152775 h 152775"/>
              <a:gd name="connsiteX2" fmla="*/ 90448 w 111343"/>
              <a:gd name="connsiteY2" fmla="*/ 143349 h 152775"/>
              <a:gd name="connsiteX3" fmla="*/ 109301 w 111343"/>
              <a:gd name="connsiteY3" fmla="*/ 115068 h 152775"/>
              <a:gd name="connsiteX4" fmla="*/ 71594 w 111343"/>
              <a:gd name="connsiteY4" fmla="*/ 11373 h 152775"/>
              <a:gd name="connsiteX5" fmla="*/ 43314 w 111343"/>
              <a:gd name="connsiteY5" fmla="*/ 11373 h 152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343" h="152775">
                <a:moveTo>
                  <a:pt x="43314" y="11373"/>
                </a:moveTo>
                <a:cubicBezTo>
                  <a:pt x="37029" y="34940"/>
                  <a:pt x="-44626" y="152775"/>
                  <a:pt x="33887" y="152775"/>
                </a:cubicBezTo>
                <a:cubicBezTo>
                  <a:pt x="53001" y="152775"/>
                  <a:pt x="71594" y="146491"/>
                  <a:pt x="90448" y="143349"/>
                </a:cubicBezTo>
                <a:cubicBezTo>
                  <a:pt x="96732" y="133922"/>
                  <a:pt x="108360" y="126359"/>
                  <a:pt x="109301" y="115068"/>
                </a:cubicBezTo>
                <a:cubicBezTo>
                  <a:pt x="112490" y="76802"/>
                  <a:pt x="118029" y="22982"/>
                  <a:pt x="71594" y="11373"/>
                </a:cubicBezTo>
                <a:cubicBezTo>
                  <a:pt x="56352" y="7562"/>
                  <a:pt x="49599" y="-12194"/>
                  <a:pt x="43314" y="113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任意多边形: 形状 83"/>
          <p:cNvSpPr/>
          <p:nvPr/>
        </p:nvSpPr>
        <p:spPr>
          <a:xfrm>
            <a:off x="9239469" y="3106850"/>
            <a:ext cx="142432" cy="117097"/>
          </a:xfrm>
          <a:custGeom>
            <a:avLst/>
            <a:gdLst>
              <a:gd name="connsiteX0" fmla="*/ 103695 w 142432"/>
              <a:gd name="connsiteY0" fmla="*/ 2580 h 117097"/>
              <a:gd name="connsiteX1" fmla="*/ 141402 w 142432"/>
              <a:gd name="connsiteY1" fmla="*/ 68568 h 117097"/>
              <a:gd name="connsiteX2" fmla="*/ 131975 w 142432"/>
              <a:gd name="connsiteY2" fmla="*/ 96848 h 117097"/>
              <a:gd name="connsiteX3" fmla="*/ 94268 w 142432"/>
              <a:gd name="connsiteY3" fmla="*/ 87421 h 117097"/>
              <a:gd name="connsiteX4" fmla="*/ 47134 w 142432"/>
              <a:gd name="connsiteY4" fmla="*/ 96848 h 117097"/>
              <a:gd name="connsiteX5" fmla="*/ 18854 w 142432"/>
              <a:gd name="connsiteY5" fmla="*/ 115702 h 117097"/>
              <a:gd name="connsiteX6" fmla="*/ 0 w 142432"/>
              <a:gd name="connsiteY6" fmla="*/ 59141 h 117097"/>
              <a:gd name="connsiteX7" fmla="*/ 28280 w 142432"/>
              <a:gd name="connsiteY7" fmla="*/ 40287 h 117097"/>
              <a:gd name="connsiteX8" fmla="*/ 65988 w 142432"/>
              <a:gd name="connsiteY8" fmla="*/ 30860 h 117097"/>
              <a:gd name="connsiteX9" fmla="*/ 103695 w 142432"/>
              <a:gd name="connsiteY9" fmla="*/ 2580 h 117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2432" h="117097">
                <a:moveTo>
                  <a:pt x="103695" y="2580"/>
                </a:moveTo>
                <a:cubicBezTo>
                  <a:pt x="116264" y="8865"/>
                  <a:pt x="134122" y="44303"/>
                  <a:pt x="141402" y="68568"/>
                </a:cubicBezTo>
                <a:cubicBezTo>
                  <a:pt x="144257" y="78086"/>
                  <a:pt x="141201" y="93158"/>
                  <a:pt x="131975" y="96848"/>
                </a:cubicBezTo>
                <a:cubicBezTo>
                  <a:pt x="119946" y="101660"/>
                  <a:pt x="106837" y="90563"/>
                  <a:pt x="94268" y="87421"/>
                </a:cubicBezTo>
                <a:cubicBezTo>
                  <a:pt x="78557" y="90563"/>
                  <a:pt x="62136" y="91222"/>
                  <a:pt x="47134" y="96848"/>
                </a:cubicBezTo>
                <a:cubicBezTo>
                  <a:pt x="36526" y="100826"/>
                  <a:pt x="27701" y="122780"/>
                  <a:pt x="18854" y="115702"/>
                </a:cubicBezTo>
                <a:cubicBezTo>
                  <a:pt x="3335" y="103287"/>
                  <a:pt x="0" y="59141"/>
                  <a:pt x="0" y="59141"/>
                </a:cubicBezTo>
                <a:cubicBezTo>
                  <a:pt x="9427" y="52856"/>
                  <a:pt x="17867" y="44750"/>
                  <a:pt x="28280" y="40287"/>
                </a:cubicBezTo>
                <a:cubicBezTo>
                  <a:pt x="40189" y="35183"/>
                  <a:pt x="55208" y="38047"/>
                  <a:pt x="65988" y="30860"/>
                </a:cubicBezTo>
                <a:cubicBezTo>
                  <a:pt x="112330" y="-35"/>
                  <a:pt x="91126" y="-3705"/>
                  <a:pt x="103695" y="25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任意多边形: 形状 84"/>
          <p:cNvSpPr/>
          <p:nvPr/>
        </p:nvSpPr>
        <p:spPr>
          <a:xfrm>
            <a:off x="8454216" y="3232533"/>
            <a:ext cx="142199" cy="106638"/>
          </a:xfrm>
          <a:custGeom>
            <a:avLst/>
            <a:gdLst>
              <a:gd name="connsiteX0" fmla="*/ 75945 w 142199"/>
              <a:gd name="connsiteY0" fmla="*/ 12370 h 106638"/>
              <a:gd name="connsiteX1" fmla="*/ 141933 w 142199"/>
              <a:gd name="connsiteY1" fmla="*/ 68931 h 106638"/>
              <a:gd name="connsiteX2" fmla="*/ 132506 w 142199"/>
              <a:gd name="connsiteY2" fmla="*/ 106638 h 106638"/>
              <a:gd name="connsiteX3" fmla="*/ 75945 w 142199"/>
              <a:gd name="connsiteY3" fmla="*/ 97211 h 106638"/>
              <a:gd name="connsiteX4" fmla="*/ 47664 w 142199"/>
              <a:gd name="connsiteY4" fmla="*/ 87784 h 106638"/>
              <a:gd name="connsiteX5" fmla="*/ 9957 w 142199"/>
              <a:gd name="connsiteY5" fmla="*/ 78358 h 106638"/>
              <a:gd name="connsiteX6" fmla="*/ 9957 w 142199"/>
              <a:gd name="connsiteY6" fmla="*/ 21797 h 106638"/>
              <a:gd name="connsiteX7" fmla="*/ 38238 w 142199"/>
              <a:gd name="connsiteY7" fmla="*/ 12370 h 106638"/>
              <a:gd name="connsiteX8" fmla="*/ 75945 w 142199"/>
              <a:gd name="connsiteY8" fmla="*/ 12370 h 10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199" h="106638">
                <a:moveTo>
                  <a:pt x="75945" y="12370"/>
                </a:moveTo>
                <a:cubicBezTo>
                  <a:pt x="93227" y="21797"/>
                  <a:pt x="137852" y="40367"/>
                  <a:pt x="141933" y="68931"/>
                </a:cubicBezTo>
                <a:cubicBezTo>
                  <a:pt x="143765" y="81757"/>
                  <a:pt x="135648" y="94069"/>
                  <a:pt x="132506" y="106638"/>
                </a:cubicBezTo>
                <a:cubicBezTo>
                  <a:pt x="113652" y="103496"/>
                  <a:pt x="94604" y="101357"/>
                  <a:pt x="75945" y="97211"/>
                </a:cubicBezTo>
                <a:cubicBezTo>
                  <a:pt x="66245" y="95055"/>
                  <a:pt x="57219" y="90514"/>
                  <a:pt x="47664" y="87784"/>
                </a:cubicBezTo>
                <a:cubicBezTo>
                  <a:pt x="35207" y="84225"/>
                  <a:pt x="22526" y="81500"/>
                  <a:pt x="9957" y="78358"/>
                </a:cubicBezTo>
                <a:cubicBezTo>
                  <a:pt x="3672" y="59504"/>
                  <a:pt x="-8897" y="40650"/>
                  <a:pt x="9957" y="21797"/>
                </a:cubicBezTo>
                <a:cubicBezTo>
                  <a:pt x="16984" y="14771"/>
                  <a:pt x="28811" y="15512"/>
                  <a:pt x="38238" y="12370"/>
                </a:cubicBezTo>
                <a:cubicBezTo>
                  <a:pt x="71747" y="-9970"/>
                  <a:pt x="58663" y="2943"/>
                  <a:pt x="75945" y="1237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任意多边形: 形状 85"/>
          <p:cNvSpPr/>
          <p:nvPr/>
        </p:nvSpPr>
        <p:spPr>
          <a:xfrm>
            <a:off x="10047616" y="3683494"/>
            <a:ext cx="104990" cy="125961"/>
          </a:xfrm>
          <a:custGeom>
            <a:avLst/>
            <a:gdLst>
              <a:gd name="connsiteX0" fmla="*/ 103718 w 104990"/>
              <a:gd name="connsiteY0" fmla="*/ 59973 h 125961"/>
              <a:gd name="connsiteX1" fmla="*/ 94291 w 104990"/>
              <a:gd name="connsiteY1" fmla="*/ 3412 h 125961"/>
              <a:gd name="connsiteX2" fmla="*/ 56584 w 104990"/>
              <a:gd name="connsiteY2" fmla="*/ 12839 h 125961"/>
              <a:gd name="connsiteX3" fmla="*/ 37730 w 104990"/>
              <a:gd name="connsiteY3" fmla="*/ 41119 h 125961"/>
              <a:gd name="connsiteX4" fmla="*/ 9450 w 104990"/>
              <a:gd name="connsiteY4" fmla="*/ 59973 h 125961"/>
              <a:gd name="connsiteX5" fmla="*/ 28303 w 104990"/>
              <a:gd name="connsiteY5" fmla="*/ 107107 h 125961"/>
              <a:gd name="connsiteX6" fmla="*/ 84864 w 104990"/>
              <a:gd name="connsiteY6" fmla="*/ 125961 h 125961"/>
              <a:gd name="connsiteX7" fmla="*/ 103718 w 104990"/>
              <a:gd name="connsiteY7" fmla="*/ 59973 h 12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4990" h="125961">
                <a:moveTo>
                  <a:pt x="103718" y="59973"/>
                </a:moveTo>
                <a:cubicBezTo>
                  <a:pt x="105289" y="39548"/>
                  <a:pt x="107806" y="16927"/>
                  <a:pt x="94291" y="3412"/>
                </a:cubicBezTo>
                <a:cubicBezTo>
                  <a:pt x="85130" y="-5749"/>
                  <a:pt x="67364" y="5652"/>
                  <a:pt x="56584" y="12839"/>
                </a:cubicBezTo>
                <a:cubicBezTo>
                  <a:pt x="47157" y="19123"/>
                  <a:pt x="45741" y="33108"/>
                  <a:pt x="37730" y="41119"/>
                </a:cubicBezTo>
                <a:cubicBezTo>
                  <a:pt x="29719" y="49130"/>
                  <a:pt x="18877" y="53688"/>
                  <a:pt x="9450" y="59973"/>
                </a:cubicBezTo>
                <a:cubicBezTo>
                  <a:pt x="-1492" y="92797"/>
                  <a:pt x="-10603" y="89815"/>
                  <a:pt x="28303" y="107107"/>
                </a:cubicBezTo>
                <a:cubicBezTo>
                  <a:pt x="46464" y="115179"/>
                  <a:pt x="84864" y="125961"/>
                  <a:pt x="84864" y="125961"/>
                </a:cubicBezTo>
                <a:cubicBezTo>
                  <a:pt x="108947" y="89837"/>
                  <a:pt x="102147" y="80398"/>
                  <a:pt x="103718" y="599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任意多边形: 形状 86"/>
          <p:cNvSpPr/>
          <p:nvPr/>
        </p:nvSpPr>
        <p:spPr>
          <a:xfrm>
            <a:off x="8325358" y="4630759"/>
            <a:ext cx="131975" cy="128439"/>
          </a:xfrm>
          <a:custGeom>
            <a:avLst/>
            <a:gdLst>
              <a:gd name="connsiteX0" fmla="*/ 103695 w 131975"/>
              <a:gd name="connsiteY0" fmla="*/ 40251 h 128439"/>
              <a:gd name="connsiteX1" fmla="*/ 131975 w 131975"/>
              <a:gd name="connsiteY1" fmla="*/ 125092 h 128439"/>
              <a:gd name="connsiteX2" fmla="*/ 103695 w 131975"/>
              <a:gd name="connsiteY2" fmla="*/ 115665 h 128439"/>
              <a:gd name="connsiteX3" fmla="*/ 75414 w 131975"/>
              <a:gd name="connsiteY3" fmla="*/ 96812 h 128439"/>
              <a:gd name="connsiteX4" fmla="*/ 0 w 131975"/>
              <a:gd name="connsiteY4" fmla="*/ 77958 h 128439"/>
              <a:gd name="connsiteX5" fmla="*/ 9427 w 131975"/>
              <a:gd name="connsiteY5" fmla="*/ 2544 h 128439"/>
              <a:gd name="connsiteX6" fmla="*/ 37707 w 131975"/>
              <a:gd name="connsiteY6" fmla="*/ 11971 h 128439"/>
              <a:gd name="connsiteX7" fmla="*/ 103695 w 131975"/>
              <a:gd name="connsiteY7" fmla="*/ 40251 h 128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975" h="128439">
                <a:moveTo>
                  <a:pt x="103695" y="40251"/>
                </a:moveTo>
                <a:cubicBezTo>
                  <a:pt x="119406" y="59104"/>
                  <a:pt x="131975" y="95282"/>
                  <a:pt x="131975" y="125092"/>
                </a:cubicBezTo>
                <a:cubicBezTo>
                  <a:pt x="131975" y="135029"/>
                  <a:pt x="112583" y="120109"/>
                  <a:pt x="103695" y="115665"/>
                </a:cubicBezTo>
                <a:cubicBezTo>
                  <a:pt x="93561" y="110598"/>
                  <a:pt x="85548" y="101879"/>
                  <a:pt x="75414" y="96812"/>
                </a:cubicBezTo>
                <a:cubicBezTo>
                  <a:pt x="56088" y="87149"/>
                  <a:pt x="17930" y="81544"/>
                  <a:pt x="0" y="77958"/>
                </a:cubicBezTo>
                <a:cubicBezTo>
                  <a:pt x="3142" y="52820"/>
                  <a:pt x="-3142" y="24540"/>
                  <a:pt x="9427" y="2544"/>
                </a:cubicBezTo>
                <a:cubicBezTo>
                  <a:pt x="14357" y="-6083"/>
                  <a:pt x="28007" y="9816"/>
                  <a:pt x="37707" y="11971"/>
                </a:cubicBezTo>
                <a:cubicBezTo>
                  <a:pt x="107701" y="27525"/>
                  <a:pt x="87984" y="21398"/>
                  <a:pt x="103695" y="4025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任意多边形: 形状 87"/>
          <p:cNvSpPr/>
          <p:nvPr/>
        </p:nvSpPr>
        <p:spPr>
          <a:xfrm>
            <a:off x="9064370" y="3495243"/>
            <a:ext cx="144217" cy="79732"/>
          </a:xfrm>
          <a:custGeom>
            <a:avLst/>
            <a:gdLst>
              <a:gd name="connsiteX0" fmla="*/ 134819 w 144217"/>
              <a:gd name="connsiteY0" fmla="*/ 4317 h 79732"/>
              <a:gd name="connsiteX1" fmla="*/ 2844 w 144217"/>
              <a:gd name="connsiteY1" fmla="*/ 60878 h 79732"/>
              <a:gd name="connsiteX2" fmla="*/ 31124 w 144217"/>
              <a:gd name="connsiteY2" fmla="*/ 79732 h 79732"/>
              <a:gd name="connsiteX3" fmla="*/ 59405 w 144217"/>
              <a:gd name="connsiteY3" fmla="*/ 70305 h 79732"/>
              <a:gd name="connsiteX4" fmla="*/ 125392 w 144217"/>
              <a:gd name="connsiteY4" fmla="*/ 60878 h 79732"/>
              <a:gd name="connsiteX5" fmla="*/ 134819 w 144217"/>
              <a:gd name="connsiteY5" fmla="*/ 4317 h 7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217" h="79732">
                <a:moveTo>
                  <a:pt x="134819" y="4317"/>
                </a:moveTo>
                <a:cubicBezTo>
                  <a:pt x="114394" y="4317"/>
                  <a:pt x="-21188" y="-23238"/>
                  <a:pt x="2844" y="60878"/>
                </a:cubicBezTo>
                <a:cubicBezTo>
                  <a:pt x="5956" y="71772"/>
                  <a:pt x="21697" y="73447"/>
                  <a:pt x="31124" y="79732"/>
                </a:cubicBezTo>
                <a:cubicBezTo>
                  <a:pt x="40551" y="76590"/>
                  <a:pt x="49661" y="72254"/>
                  <a:pt x="59405" y="70305"/>
                </a:cubicBezTo>
                <a:cubicBezTo>
                  <a:pt x="81192" y="65947"/>
                  <a:pt x="110932" y="77748"/>
                  <a:pt x="125392" y="60878"/>
                </a:cubicBezTo>
                <a:cubicBezTo>
                  <a:pt x="137831" y="46366"/>
                  <a:pt x="155244" y="4317"/>
                  <a:pt x="134819" y="431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任意多边形: 形状 88"/>
          <p:cNvSpPr/>
          <p:nvPr/>
        </p:nvSpPr>
        <p:spPr>
          <a:xfrm>
            <a:off x="8454216" y="3581400"/>
            <a:ext cx="118463" cy="102094"/>
          </a:xfrm>
          <a:custGeom>
            <a:avLst/>
            <a:gdLst>
              <a:gd name="connsiteX0" fmla="*/ 4637 w 118463"/>
              <a:gd name="connsiteY0" fmla="*/ 380 h 102094"/>
              <a:gd name="connsiteX1" fmla="*/ 117758 w 118463"/>
              <a:gd name="connsiteY1" fmla="*/ 85221 h 102094"/>
              <a:gd name="connsiteX2" fmla="*/ 32917 w 118463"/>
              <a:gd name="connsiteY2" fmla="*/ 94648 h 102094"/>
              <a:gd name="connsiteX3" fmla="*/ 14063 w 118463"/>
              <a:gd name="connsiteY3" fmla="*/ 66367 h 102094"/>
              <a:gd name="connsiteX4" fmla="*/ 4637 w 118463"/>
              <a:gd name="connsiteY4" fmla="*/ 380 h 102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463" h="102094">
                <a:moveTo>
                  <a:pt x="4637" y="380"/>
                </a:moveTo>
                <a:cubicBezTo>
                  <a:pt x="21920" y="3522"/>
                  <a:pt x="104214" y="40075"/>
                  <a:pt x="117758" y="85221"/>
                </a:cubicBezTo>
                <a:cubicBezTo>
                  <a:pt x="125934" y="112475"/>
                  <a:pt x="60912" y="99738"/>
                  <a:pt x="32917" y="94648"/>
                </a:cubicBezTo>
                <a:cubicBezTo>
                  <a:pt x="21770" y="92621"/>
                  <a:pt x="20348" y="75794"/>
                  <a:pt x="14063" y="66367"/>
                </a:cubicBezTo>
                <a:cubicBezTo>
                  <a:pt x="24723" y="13070"/>
                  <a:pt x="-12646" y="-2762"/>
                  <a:pt x="4637" y="3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任意多边形: 形状 89"/>
          <p:cNvSpPr/>
          <p:nvPr/>
        </p:nvSpPr>
        <p:spPr>
          <a:xfrm>
            <a:off x="8572679" y="3913694"/>
            <a:ext cx="115359" cy="75414"/>
          </a:xfrm>
          <a:custGeom>
            <a:avLst/>
            <a:gdLst>
              <a:gd name="connsiteX0" fmla="*/ 115359 w 115359"/>
              <a:gd name="connsiteY0" fmla="*/ 75414 h 75414"/>
              <a:gd name="connsiteX1" fmla="*/ 68225 w 115359"/>
              <a:gd name="connsiteY1" fmla="*/ 56561 h 75414"/>
              <a:gd name="connsiteX2" fmla="*/ 2238 w 115359"/>
              <a:gd name="connsiteY2" fmla="*/ 47134 h 75414"/>
              <a:gd name="connsiteX3" fmla="*/ 21091 w 115359"/>
              <a:gd name="connsiteY3" fmla="*/ 18854 h 75414"/>
              <a:gd name="connsiteX4" fmla="*/ 49372 w 115359"/>
              <a:gd name="connsiteY4" fmla="*/ 0 h 75414"/>
              <a:gd name="connsiteX5" fmla="*/ 96506 w 115359"/>
              <a:gd name="connsiteY5" fmla="*/ 9427 h 75414"/>
              <a:gd name="connsiteX6" fmla="*/ 105933 w 115359"/>
              <a:gd name="connsiteY6" fmla="*/ 37707 h 75414"/>
              <a:gd name="connsiteX7" fmla="*/ 115359 w 115359"/>
              <a:gd name="connsiteY7" fmla="*/ 75414 h 75414"/>
              <a:gd name="connsiteX8" fmla="*/ 115359 w 115359"/>
              <a:gd name="connsiteY8" fmla="*/ 75414 h 75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359" h="75414">
                <a:moveTo>
                  <a:pt x="115359" y="75414"/>
                </a:moveTo>
                <a:cubicBezTo>
                  <a:pt x="107503" y="72272"/>
                  <a:pt x="84641" y="60665"/>
                  <a:pt x="68225" y="56561"/>
                </a:cubicBezTo>
                <a:cubicBezTo>
                  <a:pt x="46669" y="51172"/>
                  <a:pt x="19588" y="61014"/>
                  <a:pt x="2238" y="47134"/>
                </a:cubicBezTo>
                <a:cubicBezTo>
                  <a:pt x="-6609" y="40057"/>
                  <a:pt x="13080" y="26865"/>
                  <a:pt x="21091" y="18854"/>
                </a:cubicBezTo>
                <a:cubicBezTo>
                  <a:pt x="29102" y="10843"/>
                  <a:pt x="39945" y="6285"/>
                  <a:pt x="49372" y="0"/>
                </a:cubicBezTo>
                <a:cubicBezTo>
                  <a:pt x="65083" y="3142"/>
                  <a:pt x="83174" y="539"/>
                  <a:pt x="96506" y="9427"/>
                </a:cubicBezTo>
                <a:cubicBezTo>
                  <a:pt x="104774" y="14939"/>
                  <a:pt x="103203" y="28153"/>
                  <a:pt x="105933" y="37707"/>
                </a:cubicBezTo>
                <a:cubicBezTo>
                  <a:pt x="109492" y="50164"/>
                  <a:pt x="109565" y="63826"/>
                  <a:pt x="115359" y="75414"/>
                </a:cubicBezTo>
                <a:lnTo>
                  <a:pt x="115359" y="75414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任意多边形: 形状 90"/>
          <p:cNvSpPr/>
          <p:nvPr/>
        </p:nvSpPr>
        <p:spPr>
          <a:xfrm>
            <a:off x="7630050" y="3597915"/>
            <a:ext cx="110309" cy="113659"/>
          </a:xfrm>
          <a:custGeom>
            <a:avLst/>
            <a:gdLst>
              <a:gd name="connsiteX0" fmla="*/ 103698 w 110309"/>
              <a:gd name="connsiteY0" fmla="*/ 19391 h 113659"/>
              <a:gd name="connsiteX1" fmla="*/ 9430 w 110309"/>
              <a:gd name="connsiteY1" fmla="*/ 538 h 113659"/>
              <a:gd name="connsiteX2" fmla="*/ 3 w 110309"/>
              <a:gd name="connsiteY2" fmla="*/ 28818 h 113659"/>
              <a:gd name="connsiteX3" fmla="*/ 9430 w 110309"/>
              <a:gd name="connsiteY3" fmla="*/ 75952 h 113659"/>
              <a:gd name="connsiteX4" fmla="*/ 65991 w 110309"/>
              <a:gd name="connsiteY4" fmla="*/ 113659 h 113659"/>
              <a:gd name="connsiteX5" fmla="*/ 103698 w 110309"/>
              <a:gd name="connsiteY5" fmla="*/ 75952 h 113659"/>
              <a:gd name="connsiteX6" fmla="*/ 103698 w 110309"/>
              <a:gd name="connsiteY6" fmla="*/ 19391 h 11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309" h="113659">
                <a:moveTo>
                  <a:pt x="103698" y="19391"/>
                </a:moveTo>
                <a:cubicBezTo>
                  <a:pt x="87987" y="6822"/>
                  <a:pt x="41343" y="-2363"/>
                  <a:pt x="9430" y="538"/>
                </a:cubicBezTo>
                <a:cubicBezTo>
                  <a:pt x="-466" y="1438"/>
                  <a:pt x="3" y="18881"/>
                  <a:pt x="3" y="28818"/>
                </a:cubicBezTo>
                <a:cubicBezTo>
                  <a:pt x="3" y="44840"/>
                  <a:pt x="-407" y="63305"/>
                  <a:pt x="9430" y="75952"/>
                </a:cubicBezTo>
                <a:cubicBezTo>
                  <a:pt x="23341" y="93838"/>
                  <a:pt x="65991" y="113659"/>
                  <a:pt x="65991" y="113659"/>
                </a:cubicBezTo>
                <a:cubicBezTo>
                  <a:pt x="84845" y="107375"/>
                  <a:pt x="109983" y="107375"/>
                  <a:pt x="103698" y="75952"/>
                </a:cubicBezTo>
                <a:cubicBezTo>
                  <a:pt x="101955" y="67237"/>
                  <a:pt x="119409" y="31960"/>
                  <a:pt x="103698" y="1939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任意多边形: 形状 91"/>
          <p:cNvSpPr/>
          <p:nvPr/>
        </p:nvSpPr>
        <p:spPr>
          <a:xfrm>
            <a:off x="9632534" y="3210523"/>
            <a:ext cx="110034" cy="90251"/>
          </a:xfrm>
          <a:custGeom>
            <a:avLst/>
            <a:gdLst>
              <a:gd name="connsiteX0" fmla="*/ 101929 w 110034"/>
              <a:gd name="connsiteY0" fmla="*/ 5700 h 90251"/>
              <a:gd name="connsiteX1" fmla="*/ 92502 w 110034"/>
              <a:gd name="connsiteY1" fmla="*/ 81114 h 90251"/>
              <a:gd name="connsiteX2" fmla="*/ 7661 w 110034"/>
              <a:gd name="connsiteY2" fmla="*/ 71688 h 90251"/>
              <a:gd name="connsiteX3" fmla="*/ 17088 w 110034"/>
              <a:gd name="connsiteY3" fmla="*/ 15127 h 90251"/>
              <a:gd name="connsiteX4" fmla="*/ 101929 w 110034"/>
              <a:gd name="connsiteY4" fmla="*/ 5700 h 90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034" h="90251">
                <a:moveTo>
                  <a:pt x="101929" y="5700"/>
                </a:moveTo>
                <a:cubicBezTo>
                  <a:pt x="114498" y="16698"/>
                  <a:pt x="113256" y="66586"/>
                  <a:pt x="92502" y="81114"/>
                </a:cubicBezTo>
                <a:cubicBezTo>
                  <a:pt x="69191" y="97432"/>
                  <a:pt x="29075" y="90425"/>
                  <a:pt x="7661" y="71688"/>
                </a:cubicBezTo>
                <a:cubicBezTo>
                  <a:pt x="-6724" y="59102"/>
                  <a:pt x="698" y="24961"/>
                  <a:pt x="17088" y="15127"/>
                </a:cubicBezTo>
                <a:cubicBezTo>
                  <a:pt x="41338" y="577"/>
                  <a:pt x="89360" y="-5298"/>
                  <a:pt x="101929" y="570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任意多边形: 形状 92"/>
          <p:cNvSpPr/>
          <p:nvPr/>
        </p:nvSpPr>
        <p:spPr>
          <a:xfrm>
            <a:off x="8165628" y="3438293"/>
            <a:ext cx="159730" cy="98701"/>
          </a:xfrm>
          <a:custGeom>
            <a:avLst/>
            <a:gdLst>
              <a:gd name="connsiteX0" fmla="*/ 150828 w 159730"/>
              <a:gd name="connsiteY0" fmla="*/ 70421 h 98701"/>
              <a:gd name="connsiteX1" fmla="*/ 0 w 159730"/>
              <a:gd name="connsiteY1" fmla="*/ 32714 h 98701"/>
              <a:gd name="connsiteX2" fmla="*/ 9426 w 159730"/>
              <a:gd name="connsiteY2" fmla="*/ 60994 h 98701"/>
              <a:gd name="connsiteX3" fmla="*/ 37707 w 159730"/>
              <a:gd name="connsiteY3" fmla="*/ 51567 h 98701"/>
              <a:gd name="connsiteX4" fmla="*/ 75414 w 159730"/>
              <a:gd name="connsiteY4" fmla="*/ 89275 h 98701"/>
              <a:gd name="connsiteX5" fmla="*/ 103694 w 159730"/>
              <a:gd name="connsiteY5" fmla="*/ 98701 h 98701"/>
              <a:gd name="connsiteX6" fmla="*/ 131975 w 159730"/>
              <a:gd name="connsiteY6" fmla="*/ 89275 h 98701"/>
              <a:gd name="connsiteX7" fmla="*/ 141402 w 159730"/>
              <a:gd name="connsiteY7" fmla="*/ 60994 h 98701"/>
              <a:gd name="connsiteX8" fmla="*/ 150828 w 159730"/>
              <a:gd name="connsiteY8" fmla="*/ 70421 h 98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730" h="98701">
                <a:moveTo>
                  <a:pt x="150828" y="70421"/>
                </a:moveTo>
                <a:cubicBezTo>
                  <a:pt x="127261" y="65708"/>
                  <a:pt x="0" y="-56986"/>
                  <a:pt x="0" y="32714"/>
                </a:cubicBezTo>
                <a:cubicBezTo>
                  <a:pt x="0" y="42651"/>
                  <a:pt x="6284" y="51567"/>
                  <a:pt x="9426" y="60994"/>
                </a:cubicBezTo>
                <a:cubicBezTo>
                  <a:pt x="18853" y="57852"/>
                  <a:pt x="27770" y="51567"/>
                  <a:pt x="37707" y="51567"/>
                </a:cubicBezTo>
                <a:cubicBezTo>
                  <a:pt x="87982" y="51567"/>
                  <a:pt x="50276" y="64137"/>
                  <a:pt x="75414" y="89275"/>
                </a:cubicBezTo>
                <a:cubicBezTo>
                  <a:pt x="82440" y="96301"/>
                  <a:pt x="94267" y="95559"/>
                  <a:pt x="103694" y="98701"/>
                </a:cubicBezTo>
                <a:cubicBezTo>
                  <a:pt x="113121" y="95559"/>
                  <a:pt x="124949" y="96301"/>
                  <a:pt x="131975" y="89275"/>
                </a:cubicBezTo>
                <a:cubicBezTo>
                  <a:pt x="139002" y="82249"/>
                  <a:pt x="137712" y="70220"/>
                  <a:pt x="141402" y="60994"/>
                </a:cubicBezTo>
                <a:cubicBezTo>
                  <a:pt x="144011" y="54470"/>
                  <a:pt x="174395" y="75134"/>
                  <a:pt x="150828" y="7042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任意多边形: 形状 93"/>
          <p:cNvSpPr/>
          <p:nvPr/>
        </p:nvSpPr>
        <p:spPr>
          <a:xfrm>
            <a:off x="7667191" y="4099269"/>
            <a:ext cx="88042" cy="126071"/>
          </a:xfrm>
          <a:custGeom>
            <a:avLst/>
            <a:gdLst>
              <a:gd name="connsiteX0" fmla="*/ 75414 w 88042"/>
              <a:gd name="connsiteY0" fmla="*/ 3523 h 126071"/>
              <a:gd name="connsiteX1" fmla="*/ 84841 w 88042"/>
              <a:gd name="connsiteY1" fmla="*/ 88364 h 126071"/>
              <a:gd name="connsiteX2" fmla="*/ 56561 w 88042"/>
              <a:gd name="connsiteY2" fmla="*/ 97791 h 126071"/>
              <a:gd name="connsiteX3" fmla="*/ 47134 w 88042"/>
              <a:gd name="connsiteY3" fmla="*/ 126071 h 126071"/>
              <a:gd name="connsiteX4" fmla="*/ 0 w 88042"/>
              <a:gd name="connsiteY4" fmla="*/ 41230 h 126071"/>
              <a:gd name="connsiteX5" fmla="*/ 75414 w 88042"/>
              <a:gd name="connsiteY5" fmla="*/ 3523 h 12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042" h="126071">
                <a:moveTo>
                  <a:pt x="75414" y="3523"/>
                </a:moveTo>
                <a:cubicBezTo>
                  <a:pt x="89554" y="11379"/>
                  <a:pt x="90421" y="60462"/>
                  <a:pt x="84841" y="88364"/>
                </a:cubicBezTo>
                <a:cubicBezTo>
                  <a:pt x="82892" y="98108"/>
                  <a:pt x="63587" y="90765"/>
                  <a:pt x="56561" y="97791"/>
                </a:cubicBezTo>
                <a:cubicBezTo>
                  <a:pt x="49535" y="104817"/>
                  <a:pt x="50276" y="116644"/>
                  <a:pt x="47134" y="126071"/>
                </a:cubicBezTo>
                <a:cubicBezTo>
                  <a:pt x="3915" y="61243"/>
                  <a:pt x="16592" y="91007"/>
                  <a:pt x="0" y="41230"/>
                </a:cubicBezTo>
                <a:cubicBezTo>
                  <a:pt x="14396" y="-1955"/>
                  <a:pt x="61274" y="-4333"/>
                  <a:pt x="75414" y="352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任意多边形: 形状 94"/>
          <p:cNvSpPr/>
          <p:nvPr/>
        </p:nvSpPr>
        <p:spPr>
          <a:xfrm rot="3630040">
            <a:off x="9303077" y="4273330"/>
            <a:ext cx="123854" cy="98627"/>
          </a:xfrm>
          <a:custGeom>
            <a:avLst/>
            <a:gdLst>
              <a:gd name="connsiteX0" fmla="*/ 57119 w 123854"/>
              <a:gd name="connsiteY0" fmla="*/ 37707 h 98627"/>
              <a:gd name="connsiteX1" fmla="*/ 47692 w 123854"/>
              <a:gd name="connsiteY1" fmla="*/ 94268 h 98627"/>
              <a:gd name="connsiteX2" fmla="*/ 9985 w 123854"/>
              <a:gd name="connsiteY2" fmla="*/ 84841 h 98627"/>
              <a:gd name="connsiteX3" fmla="*/ 47692 w 123854"/>
              <a:gd name="connsiteY3" fmla="*/ 0 h 98627"/>
              <a:gd name="connsiteX4" fmla="*/ 123106 w 123854"/>
              <a:gd name="connsiteY4" fmla="*/ 37707 h 98627"/>
              <a:gd name="connsiteX5" fmla="*/ 94826 w 123854"/>
              <a:gd name="connsiteY5" fmla="*/ 47134 h 98627"/>
              <a:gd name="connsiteX6" fmla="*/ 47692 w 123854"/>
              <a:gd name="connsiteY6" fmla="*/ 37707 h 98627"/>
              <a:gd name="connsiteX7" fmla="*/ 19411 w 123854"/>
              <a:gd name="connsiteY7" fmla="*/ 28280 h 98627"/>
              <a:gd name="connsiteX8" fmla="*/ 57119 w 123854"/>
              <a:gd name="connsiteY8" fmla="*/ 37707 h 9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854" h="98627">
                <a:moveTo>
                  <a:pt x="57119" y="37707"/>
                </a:moveTo>
                <a:cubicBezTo>
                  <a:pt x="61833" y="48705"/>
                  <a:pt x="61207" y="80753"/>
                  <a:pt x="47692" y="94268"/>
                </a:cubicBezTo>
                <a:cubicBezTo>
                  <a:pt x="38531" y="103429"/>
                  <a:pt x="14082" y="97132"/>
                  <a:pt x="9985" y="84841"/>
                </a:cubicBezTo>
                <a:cubicBezTo>
                  <a:pt x="-14532" y="11292"/>
                  <a:pt x="9175" y="12839"/>
                  <a:pt x="47692" y="0"/>
                </a:cubicBezTo>
                <a:cubicBezTo>
                  <a:pt x="49832" y="357"/>
                  <a:pt x="132532" y="4"/>
                  <a:pt x="123106" y="37707"/>
                </a:cubicBezTo>
                <a:cubicBezTo>
                  <a:pt x="120696" y="47347"/>
                  <a:pt x="104253" y="43992"/>
                  <a:pt x="94826" y="47134"/>
                </a:cubicBezTo>
                <a:cubicBezTo>
                  <a:pt x="79115" y="43992"/>
                  <a:pt x="63236" y="41593"/>
                  <a:pt x="47692" y="37707"/>
                </a:cubicBezTo>
                <a:cubicBezTo>
                  <a:pt x="38052" y="35297"/>
                  <a:pt x="11143" y="33792"/>
                  <a:pt x="19411" y="28280"/>
                </a:cubicBezTo>
                <a:cubicBezTo>
                  <a:pt x="35315" y="17678"/>
                  <a:pt x="52405" y="26709"/>
                  <a:pt x="57119" y="3770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任意多边形: 形状 95"/>
          <p:cNvSpPr/>
          <p:nvPr/>
        </p:nvSpPr>
        <p:spPr>
          <a:xfrm>
            <a:off x="7431200" y="3841171"/>
            <a:ext cx="109886" cy="99319"/>
          </a:xfrm>
          <a:custGeom>
            <a:avLst/>
            <a:gdLst>
              <a:gd name="connsiteX0" fmla="*/ 33729 w 109886"/>
              <a:gd name="connsiteY0" fmla="*/ 94604 h 99319"/>
              <a:gd name="connsiteX1" fmla="*/ 109143 w 109886"/>
              <a:gd name="connsiteY1" fmla="*/ 19190 h 99319"/>
              <a:gd name="connsiteX2" fmla="*/ 80863 w 109886"/>
              <a:gd name="connsiteY2" fmla="*/ 336 h 99319"/>
              <a:gd name="connsiteX3" fmla="*/ 24302 w 109886"/>
              <a:gd name="connsiteY3" fmla="*/ 9763 h 99319"/>
              <a:gd name="connsiteX4" fmla="*/ 14875 w 109886"/>
              <a:gd name="connsiteY4" fmla="*/ 85177 h 99319"/>
              <a:gd name="connsiteX5" fmla="*/ 33729 w 109886"/>
              <a:gd name="connsiteY5" fmla="*/ 94604 h 99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886" h="99319">
                <a:moveTo>
                  <a:pt x="33729" y="94604"/>
                </a:moveTo>
                <a:cubicBezTo>
                  <a:pt x="49440" y="83606"/>
                  <a:pt x="93244" y="50987"/>
                  <a:pt x="109143" y="19190"/>
                </a:cubicBezTo>
                <a:cubicBezTo>
                  <a:pt x="114210" y="9057"/>
                  <a:pt x="92123" y="1587"/>
                  <a:pt x="80863" y="336"/>
                </a:cubicBezTo>
                <a:cubicBezTo>
                  <a:pt x="61866" y="-1775"/>
                  <a:pt x="43156" y="6621"/>
                  <a:pt x="24302" y="9763"/>
                </a:cubicBezTo>
                <a:cubicBezTo>
                  <a:pt x="11269" y="29312"/>
                  <a:pt x="-17576" y="58135"/>
                  <a:pt x="14875" y="85177"/>
                </a:cubicBezTo>
                <a:cubicBezTo>
                  <a:pt x="26945" y="95235"/>
                  <a:pt x="18018" y="105602"/>
                  <a:pt x="33729" y="9460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任意多边形: 形状 96"/>
          <p:cNvSpPr/>
          <p:nvPr/>
        </p:nvSpPr>
        <p:spPr>
          <a:xfrm>
            <a:off x="7199248" y="4256022"/>
            <a:ext cx="98714" cy="151527"/>
          </a:xfrm>
          <a:custGeom>
            <a:avLst/>
            <a:gdLst>
              <a:gd name="connsiteX0" fmla="*/ 65988 w 98714"/>
              <a:gd name="connsiteY0" fmla="*/ 130134 h 151527"/>
              <a:gd name="connsiteX1" fmla="*/ 94268 w 98714"/>
              <a:gd name="connsiteY1" fmla="*/ 35866 h 151527"/>
              <a:gd name="connsiteX2" fmla="*/ 0 w 98714"/>
              <a:gd name="connsiteY2" fmla="*/ 73573 h 151527"/>
              <a:gd name="connsiteX3" fmla="*/ 9427 w 98714"/>
              <a:gd name="connsiteY3" fmla="*/ 139561 h 151527"/>
              <a:gd name="connsiteX4" fmla="*/ 75415 w 98714"/>
              <a:gd name="connsiteY4" fmla="*/ 139561 h 151527"/>
              <a:gd name="connsiteX5" fmla="*/ 65988 w 98714"/>
              <a:gd name="connsiteY5" fmla="*/ 130134 h 15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714" h="151527">
                <a:moveTo>
                  <a:pt x="65988" y="130134"/>
                </a:moveTo>
                <a:cubicBezTo>
                  <a:pt x="69130" y="112851"/>
                  <a:pt x="112466" y="63162"/>
                  <a:pt x="94268" y="35866"/>
                </a:cubicBezTo>
                <a:cubicBezTo>
                  <a:pt x="33463" y="-55341"/>
                  <a:pt x="6583" y="53825"/>
                  <a:pt x="0" y="73573"/>
                </a:cubicBezTo>
                <a:cubicBezTo>
                  <a:pt x="3142" y="95569"/>
                  <a:pt x="-2349" y="120719"/>
                  <a:pt x="9427" y="139561"/>
                </a:cubicBezTo>
                <a:cubicBezTo>
                  <a:pt x="25182" y="164770"/>
                  <a:pt x="59074" y="142829"/>
                  <a:pt x="75415" y="139561"/>
                </a:cubicBezTo>
                <a:cubicBezTo>
                  <a:pt x="81577" y="138329"/>
                  <a:pt x="62846" y="147417"/>
                  <a:pt x="65988" y="13013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任意多边形: 形状 97"/>
          <p:cNvSpPr/>
          <p:nvPr/>
        </p:nvSpPr>
        <p:spPr>
          <a:xfrm>
            <a:off x="8946372" y="2929149"/>
            <a:ext cx="182112" cy="97086"/>
          </a:xfrm>
          <a:custGeom>
            <a:avLst/>
            <a:gdLst>
              <a:gd name="connsiteX0" fmla="*/ 134978 w 182112"/>
              <a:gd name="connsiteY0" fmla="*/ 53559 h 97086"/>
              <a:gd name="connsiteX1" fmla="*/ 59563 w 182112"/>
              <a:gd name="connsiteY1" fmla="*/ 6425 h 97086"/>
              <a:gd name="connsiteX2" fmla="*/ 31283 w 182112"/>
              <a:gd name="connsiteY2" fmla="*/ 15852 h 97086"/>
              <a:gd name="connsiteX3" fmla="*/ 12429 w 182112"/>
              <a:gd name="connsiteY3" fmla="*/ 81840 h 97086"/>
              <a:gd name="connsiteX4" fmla="*/ 40709 w 182112"/>
              <a:gd name="connsiteY4" fmla="*/ 91267 h 97086"/>
              <a:gd name="connsiteX5" fmla="*/ 182112 w 182112"/>
              <a:gd name="connsiteY5" fmla="*/ 53559 h 97086"/>
              <a:gd name="connsiteX6" fmla="*/ 172685 w 182112"/>
              <a:gd name="connsiteY6" fmla="*/ 25279 h 97086"/>
              <a:gd name="connsiteX7" fmla="*/ 116124 w 182112"/>
              <a:gd name="connsiteY7" fmla="*/ 34706 h 97086"/>
              <a:gd name="connsiteX8" fmla="*/ 134978 w 182112"/>
              <a:gd name="connsiteY8" fmla="*/ 53559 h 9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112" h="97086">
                <a:moveTo>
                  <a:pt x="134978" y="53559"/>
                </a:moveTo>
                <a:cubicBezTo>
                  <a:pt x="125551" y="48845"/>
                  <a:pt x="114788" y="-21187"/>
                  <a:pt x="59563" y="6425"/>
                </a:cubicBezTo>
                <a:cubicBezTo>
                  <a:pt x="50675" y="10869"/>
                  <a:pt x="40710" y="12710"/>
                  <a:pt x="31283" y="15852"/>
                </a:cubicBezTo>
                <a:cubicBezTo>
                  <a:pt x="9763" y="37372"/>
                  <a:pt x="-15705" y="46673"/>
                  <a:pt x="12429" y="81840"/>
                </a:cubicBezTo>
                <a:cubicBezTo>
                  <a:pt x="18636" y="89599"/>
                  <a:pt x="31282" y="88125"/>
                  <a:pt x="40709" y="91267"/>
                </a:cubicBezTo>
                <a:cubicBezTo>
                  <a:pt x="78854" y="88542"/>
                  <a:pt x="182112" y="122011"/>
                  <a:pt x="182112" y="53559"/>
                </a:cubicBezTo>
                <a:cubicBezTo>
                  <a:pt x="182112" y="43622"/>
                  <a:pt x="175827" y="34706"/>
                  <a:pt x="172685" y="25279"/>
                </a:cubicBezTo>
                <a:cubicBezTo>
                  <a:pt x="153831" y="28421"/>
                  <a:pt x="131049" y="22766"/>
                  <a:pt x="116124" y="34706"/>
                </a:cubicBezTo>
                <a:cubicBezTo>
                  <a:pt x="108365" y="40913"/>
                  <a:pt x="144405" y="58273"/>
                  <a:pt x="134978" y="53559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任意多边形: 形状 98"/>
          <p:cNvSpPr/>
          <p:nvPr/>
        </p:nvSpPr>
        <p:spPr>
          <a:xfrm>
            <a:off x="8156980" y="3223947"/>
            <a:ext cx="111343" cy="152775"/>
          </a:xfrm>
          <a:custGeom>
            <a:avLst/>
            <a:gdLst>
              <a:gd name="connsiteX0" fmla="*/ 43314 w 111343"/>
              <a:gd name="connsiteY0" fmla="*/ 11373 h 152775"/>
              <a:gd name="connsiteX1" fmla="*/ 33887 w 111343"/>
              <a:gd name="connsiteY1" fmla="*/ 152775 h 152775"/>
              <a:gd name="connsiteX2" fmla="*/ 90448 w 111343"/>
              <a:gd name="connsiteY2" fmla="*/ 143349 h 152775"/>
              <a:gd name="connsiteX3" fmla="*/ 109301 w 111343"/>
              <a:gd name="connsiteY3" fmla="*/ 115068 h 152775"/>
              <a:gd name="connsiteX4" fmla="*/ 71594 w 111343"/>
              <a:gd name="connsiteY4" fmla="*/ 11373 h 152775"/>
              <a:gd name="connsiteX5" fmla="*/ 43314 w 111343"/>
              <a:gd name="connsiteY5" fmla="*/ 11373 h 152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343" h="152775">
                <a:moveTo>
                  <a:pt x="43314" y="11373"/>
                </a:moveTo>
                <a:cubicBezTo>
                  <a:pt x="37029" y="34940"/>
                  <a:pt x="-44626" y="152775"/>
                  <a:pt x="33887" y="152775"/>
                </a:cubicBezTo>
                <a:cubicBezTo>
                  <a:pt x="53001" y="152775"/>
                  <a:pt x="71594" y="146491"/>
                  <a:pt x="90448" y="143349"/>
                </a:cubicBezTo>
                <a:cubicBezTo>
                  <a:pt x="96732" y="133922"/>
                  <a:pt x="108360" y="126359"/>
                  <a:pt x="109301" y="115068"/>
                </a:cubicBezTo>
                <a:cubicBezTo>
                  <a:pt x="112490" y="76802"/>
                  <a:pt x="118029" y="22982"/>
                  <a:pt x="71594" y="11373"/>
                </a:cubicBezTo>
                <a:cubicBezTo>
                  <a:pt x="56352" y="7562"/>
                  <a:pt x="49599" y="-12194"/>
                  <a:pt x="43314" y="113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任意多边形: 形状 99"/>
          <p:cNvSpPr/>
          <p:nvPr/>
        </p:nvSpPr>
        <p:spPr>
          <a:xfrm>
            <a:off x="8825177" y="3855145"/>
            <a:ext cx="142432" cy="117097"/>
          </a:xfrm>
          <a:custGeom>
            <a:avLst/>
            <a:gdLst>
              <a:gd name="connsiteX0" fmla="*/ 103695 w 142432"/>
              <a:gd name="connsiteY0" fmla="*/ 2580 h 117097"/>
              <a:gd name="connsiteX1" fmla="*/ 141402 w 142432"/>
              <a:gd name="connsiteY1" fmla="*/ 68568 h 117097"/>
              <a:gd name="connsiteX2" fmla="*/ 131975 w 142432"/>
              <a:gd name="connsiteY2" fmla="*/ 96848 h 117097"/>
              <a:gd name="connsiteX3" fmla="*/ 94268 w 142432"/>
              <a:gd name="connsiteY3" fmla="*/ 87421 h 117097"/>
              <a:gd name="connsiteX4" fmla="*/ 47134 w 142432"/>
              <a:gd name="connsiteY4" fmla="*/ 96848 h 117097"/>
              <a:gd name="connsiteX5" fmla="*/ 18854 w 142432"/>
              <a:gd name="connsiteY5" fmla="*/ 115702 h 117097"/>
              <a:gd name="connsiteX6" fmla="*/ 0 w 142432"/>
              <a:gd name="connsiteY6" fmla="*/ 59141 h 117097"/>
              <a:gd name="connsiteX7" fmla="*/ 28280 w 142432"/>
              <a:gd name="connsiteY7" fmla="*/ 40287 h 117097"/>
              <a:gd name="connsiteX8" fmla="*/ 65988 w 142432"/>
              <a:gd name="connsiteY8" fmla="*/ 30860 h 117097"/>
              <a:gd name="connsiteX9" fmla="*/ 103695 w 142432"/>
              <a:gd name="connsiteY9" fmla="*/ 2580 h 117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2432" h="117097">
                <a:moveTo>
                  <a:pt x="103695" y="2580"/>
                </a:moveTo>
                <a:cubicBezTo>
                  <a:pt x="116264" y="8865"/>
                  <a:pt x="134122" y="44303"/>
                  <a:pt x="141402" y="68568"/>
                </a:cubicBezTo>
                <a:cubicBezTo>
                  <a:pt x="144257" y="78086"/>
                  <a:pt x="141201" y="93158"/>
                  <a:pt x="131975" y="96848"/>
                </a:cubicBezTo>
                <a:cubicBezTo>
                  <a:pt x="119946" y="101660"/>
                  <a:pt x="106837" y="90563"/>
                  <a:pt x="94268" y="87421"/>
                </a:cubicBezTo>
                <a:cubicBezTo>
                  <a:pt x="78557" y="90563"/>
                  <a:pt x="62136" y="91222"/>
                  <a:pt x="47134" y="96848"/>
                </a:cubicBezTo>
                <a:cubicBezTo>
                  <a:pt x="36526" y="100826"/>
                  <a:pt x="27701" y="122780"/>
                  <a:pt x="18854" y="115702"/>
                </a:cubicBezTo>
                <a:cubicBezTo>
                  <a:pt x="3335" y="103287"/>
                  <a:pt x="0" y="59141"/>
                  <a:pt x="0" y="59141"/>
                </a:cubicBezTo>
                <a:cubicBezTo>
                  <a:pt x="9427" y="52856"/>
                  <a:pt x="17867" y="44750"/>
                  <a:pt x="28280" y="40287"/>
                </a:cubicBezTo>
                <a:cubicBezTo>
                  <a:pt x="40189" y="35183"/>
                  <a:pt x="55208" y="38047"/>
                  <a:pt x="65988" y="30860"/>
                </a:cubicBezTo>
                <a:cubicBezTo>
                  <a:pt x="112330" y="-35"/>
                  <a:pt x="91126" y="-3705"/>
                  <a:pt x="103695" y="25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任意多边形: 形状 100"/>
          <p:cNvSpPr/>
          <p:nvPr/>
        </p:nvSpPr>
        <p:spPr>
          <a:xfrm rot="17062814">
            <a:off x="7931318" y="5148923"/>
            <a:ext cx="142199" cy="106638"/>
          </a:xfrm>
          <a:custGeom>
            <a:avLst/>
            <a:gdLst>
              <a:gd name="connsiteX0" fmla="*/ 75945 w 142199"/>
              <a:gd name="connsiteY0" fmla="*/ 12370 h 106638"/>
              <a:gd name="connsiteX1" fmla="*/ 141933 w 142199"/>
              <a:gd name="connsiteY1" fmla="*/ 68931 h 106638"/>
              <a:gd name="connsiteX2" fmla="*/ 132506 w 142199"/>
              <a:gd name="connsiteY2" fmla="*/ 106638 h 106638"/>
              <a:gd name="connsiteX3" fmla="*/ 75945 w 142199"/>
              <a:gd name="connsiteY3" fmla="*/ 97211 h 106638"/>
              <a:gd name="connsiteX4" fmla="*/ 47664 w 142199"/>
              <a:gd name="connsiteY4" fmla="*/ 87784 h 106638"/>
              <a:gd name="connsiteX5" fmla="*/ 9957 w 142199"/>
              <a:gd name="connsiteY5" fmla="*/ 78358 h 106638"/>
              <a:gd name="connsiteX6" fmla="*/ 9957 w 142199"/>
              <a:gd name="connsiteY6" fmla="*/ 21797 h 106638"/>
              <a:gd name="connsiteX7" fmla="*/ 38238 w 142199"/>
              <a:gd name="connsiteY7" fmla="*/ 12370 h 106638"/>
              <a:gd name="connsiteX8" fmla="*/ 75945 w 142199"/>
              <a:gd name="connsiteY8" fmla="*/ 12370 h 10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199" h="106638">
                <a:moveTo>
                  <a:pt x="75945" y="12370"/>
                </a:moveTo>
                <a:cubicBezTo>
                  <a:pt x="93227" y="21797"/>
                  <a:pt x="137852" y="40367"/>
                  <a:pt x="141933" y="68931"/>
                </a:cubicBezTo>
                <a:cubicBezTo>
                  <a:pt x="143765" y="81757"/>
                  <a:pt x="135648" y="94069"/>
                  <a:pt x="132506" y="106638"/>
                </a:cubicBezTo>
                <a:cubicBezTo>
                  <a:pt x="113652" y="103496"/>
                  <a:pt x="94604" y="101357"/>
                  <a:pt x="75945" y="97211"/>
                </a:cubicBezTo>
                <a:cubicBezTo>
                  <a:pt x="66245" y="95055"/>
                  <a:pt x="57219" y="90514"/>
                  <a:pt x="47664" y="87784"/>
                </a:cubicBezTo>
                <a:cubicBezTo>
                  <a:pt x="35207" y="84225"/>
                  <a:pt x="22526" y="81500"/>
                  <a:pt x="9957" y="78358"/>
                </a:cubicBezTo>
                <a:cubicBezTo>
                  <a:pt x="3672" y="59504"/>
                  <a:pt x="-8897" y="40650"/>
                  <a:pt x="9957" y="21797"/>
                </a:cubicBezTo>
                <a:cubicBezTo>
                  <a:pt x="16984" y="14771"/>
                  <a:pt x="28811" y="15512"/>
                  <a:pt x="38238" y="12370"/>
                </a:cubicBezTo>
                <a:cubicBezTo>
                  <a:pt x="71747" y="-9970"/>
                  <a:pt x="58663" y="2943"/>
                  <a:pt x="75945" y="1237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任意多边形: 形状 101"/>
          <p:cNvSpPr/>
          <p:nvPr/>
        </p:nvSpPr>
        <p:spPr>
          <a:xfrm>
            <a:off x="7896577" y="4166201"/>
            <a:ext cx="104990" cy="125961"/>
          </a:xfrm>
          <a:custGeom>
            <a:avLst/>
            <a:gdLst>
              <a:gd name="connsiteX0" fmla="*/ 103718 w 104990"/>
              <a:gd name="connsiteY0" fmla="*/ 59973 h 125961"/>
              <a:gd name="connsiteX1" fmla="*/ 94291 w 104990"/>
              <a:gd name="connsiteY1" fmla="*/ 3412 h 125961"/>
              <a:gd name="connsiteX2" fmla="*/ 56584 w 104990"/>
              <a:gd name="connsiteY2" fmla="*/ 12839 h 125961"/>
              <a:gd name="connsiteX3" fmla="*/ 37730 w 104990"/>
              <a:gd name="connsiteY3" fmla="*/ 41119 h 125961"/>
              <a:gd name="connsiteX4" fmla="*/ 9450 w 104990"/>
              <a:gd name="connsiteY4" fmla="*/ 59973 h 125961"/>
              <a:gd name="connsiteX5" fmla="*/ 28303 w 104990"/>
              <a:gd name="connsiteY5" fmla="*/ 107107 h 125961"/>
              <a:gd name="connsiteX6" fmla="*/ 84864 w 104990"/>
              <a:gd name="connsiteY6" fmla="*/ 125961 h 125961"/>
              <a:gd name="connsiteX7" fmla="*/ 103718 w 104990"/>
              <a:gd name="connsiteY7" fmla="*/ 59973 h 125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4990" h="125961">
                <a:moveTo>
                  <a:pt x="103718" y="59973"/>
                </a:moveTo>
                <a:cubicBezTo>
                  <a:pt x="105289" y="39548"/>
                  <a:pt x="107806" y="16927"/>
                  <a:pt x="94291" y="3412"/>
                </a:cubicBezTo>
                <a:cubicBezTo>
                  <a:pt x="85130" y="-5749"/>
                  <a:pt x="67364" y="5652"/>
                  <a:pt x="56584" y="12839"/>
                </a:cubicBezTo>
                <a:cubicBezTo>
                  <a:pt x="47157" y="19123"/>
                  <a:pt x="45741" y="33108"/>
                  <a:pt x="37730" y="41119"/>
                </a:cubicBezTo>
                <a:cubicBezTo>
                  <a:pt x="29719" y="49130"/>
                  <a:pt x="18877" y="53688"/>
                  <a:pt x="9450" y="59973"/>
                </a:cubicBezTo>
                <a:cubicBezTo>
                  <a:pt x="-1492" y="92797"/>
                  <a:pt x="-10603" y="89815"/>
                  <a:pt x="28303" y="107107"/>
                </a:cubicBezTo>
                <a:cubicBezTo>
                  <a:pt x="46464" y="115179"/>
                  <a:pt x="84864" y="125961"/>
                  <a:pt x="84864" y="125961"/>
                </a:cubicBezTo>
                <a:cubicBezTo>
                  <a:pt x="108947" y="89837"/>
                  <a:pt x="102147" y="80398"/>
                  <a:pt x="103718" y="599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任意多边形: 形状 102"/>
          <p:cNvSpPr/>
          <p:nvPr/>
        </p:nvSpPr>
        <p:spPr>
          <a:xfrm>
            <a:off x="9142599" y="3766510"/>
            <a:ext cx="131975" cy="128439"/>
          </a:xfrm>
          <a:custGeom>
            <a:avLst/>
            <a:gdLst>
              <a:gd name="connsiteX0" fmla="*/ 103695 w 131975"/>
              <a:gd name="connsiteY0" fmla="*/ 40251 h 128439"/>
              <a:gd name="connsiteX1" fmla="*/ 131975 w 131975"/>
              <a:gd name="connsiteY1" fmla="*/ 125092 h 128439"/>
              <a:gd name="connsiteX2" fmla="*/ 103695 w 131975"/>
              <a:gd name="connsiteY2" fmla="*/ 115665 h 128439"/>
              <a:gd name="connsiteX3" fmla="*/ 75414 w 131975"/>
              <a:gd name="connsiteY3" fmla="*/ 96812 h 128439"/>
              <a:gd name="connsiteX4" fmla="*/ 0 w 131975"/>
              <a:gd name="connsiteY4" fmla="*/ 77958 h 128439"/>
              <a:gd name="connsiteX5" fmla="*/ 9427 w 131975"/>
              <a:gd name="connsiteY5" fmla="*/ 2544 h 128439"/>
              <a:gd name="connsiteX6" fmla="*/ 37707 w 131975"/>
              <a:gd name="connsiteY6" fmla="*/ 11971 h 128439"/>
              <a:gd name="connsiteX7" fmla="*/ 103695 w 131975"/>
              <a:gd name="connsiteY7" fmla="*/ 40251 h 128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975" h="128439">
                <a:moveTo>
                  <a:pt x="103695" y="40251"/>
                </a:moveTo>
                <a:cubicBezTo>
                  <a:pt x="119406" y="59104"/>
                  <a:pt x="131975" y="95282"/>
                  <a:pt x="131975" y="125092"/>
                </a:cubicBezTo>
                <a:cubicBezTo>
                  <a:pt x="131975" y="135029"/>
                  <a:pt x="112583" y="120109"/>
                  <a:pt x="103695" y="115665"/>
                </a:cubicBezTo>
                <a:cubicBezTo>
                  <a:pt x="93561" y="110598"/>
                  <a:pt x="85548" y="101879"/>
                  <a:pt x="75414" y="96812"/>
                </a:cubicBezTo>
                <a:cubicBezTo>
                  <a:pt x="56088" y="87149"/>
                  <a:pt x="17930" y="81544"/>
                  <a:pt x="0" y="77958"/>
                </a:cubicBezTo>
                <a:cubicBezTo>
                  <a:pt x="3142" y="52820"/>
                  <a:pt x="-3142" y="24540"/>
                  <a:pt x="9427" y="2544"/>
                </a:cubicBezTo>
                <a:cubicBezTo>
                  <a:pt x="14357" y="-6083"/>
                  <a:pt x="28007" y="9816"/>
                  <a:pt x="37707" y="11971"/>
                </a:cubicBezTo>
                <a:cubicBezTo>
                  <a:pt x="107701" y="27525"/>
                  <a:pt x="87984" y="21398"/>
                  <a:pt x="103695" y="4025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任意多边形: 形状 103"/>
          <p:cNvSpPr/>
          <p:nvPr/>
        </p:nvSpPr>
        <p:spPr>
          <a:xfrm>
            <a:off x="9889862" y="4013801"/>
            <a:ext cx="144217" cy="79732"/>
          </a:xfrm>
          <a:custGeom>
            <a:avLst/>
            <a:gdLst>
              <a:gd name="connsiteX0" fmla="*/ 134819 w 144217"/>
              <a:gd name="connsiteY0" fmla="*/ 4317 h 79732"/>
              <a:gd name="connsiteX1" fmla="*/ 2844 w 144217"/>
              <a:gd name="connsiteY1" fmla="*/ 60878 h 79732"/>
              <a:gd name="connsiteX2" fmla="*/ 31124 w 144217"/>
              <a:gd name="connsiteY2" fmla="*/ 79732 h 79732"/>
              <a:gd name="connsiteX3" fmla="*/ 59405 w 144217"/>
              <a:gd name="connsiteY3" fmla="*/ 70305 h 79732"/>
              <a:gd name="connsiteX4" fmla="*/ 125392 w 144217"/>
              <a:gd name="connsiteY4" fmla="*/ 60878 h 79732"/>
              <a:gd name="connsiteX5" fmla="*/ 134819 w 144217"/>
              <a:gd name="connsiteY5" fmla="*/ 4317 h 7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217" h="79732">
                <a:moveTo>
                  <a:pt x="134819" y="4317"/>
                </a:moveTo>
                <a:cubicBezTo>
                  <a:pt x="114394" y="4317"/>
                  <a:pt x="-21188" y="-23238"/>
                  <a:pt x="2844" y="60878"/>
                </a:cubicBezTo>
                <a:cubicBezTo>
                  <a:pt x="5956" y="71772"/>
                  <a:pt x="21697" y="73447"/>
                  <a:pt x="31124" y="79732"/>
                </a:cubicBezTo>
                <a:cubicBezTo>
                  <a:pt x="40551" y="76590"/>
                  <a:pt x="49661" y="72254"/>
                  <a:pt x="59405" y="70305"/>
                </a:cubicBezTo>
                <a:cubicBezTo>
                  <a:pt x="81192" y="65947"/>
                  <a:pt x="110932" y="77748"/>
                  <a:pt x="125392" y="60878"/>
                </a:cubicBezTo>
                <a:cubicBezTo>
                  <a:pt x="137831" y="46366"/>
                  <a:pt x="155244" y="4317"/>
                  <a:pt x="134819" y="431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任意多边形: 形状 104"/>
          <p:cNvSpPr/>
          <p:nvPr/>
        </p:nvSpPr>
        <p:spPr>
          <a:xfrm>
            <a:off x="7676040" y="4775228"/>
            <a:ext cx="118463" cy="102094"/>
          </a:xfrm>
          <a:custGeom>
            <a:avLst/>
            <a:gdLst>
              <a:gd name="connsiteX0" fmla="*/ 4637 w 118463"/>
              <a:gd name="connsiteY0" fmla="*/ 380 h 102094"/>
              <a:gd name="connsiteX1" fmla="*/ 117758 w 118463"/>
              <a:gd name="connsiteY1" fmla="*/ 85221 h 102094"/>
              <a:gd name="connsiteX2" fmla="*/ 32917 w 118463"/>
              <a:gd name="connsiteY2" fmla="*/ 94648 h 102094"/>
              <a:gd name="connsiteX3" fmla="*/ 14063 w 118463"/>
              <a:gd name="connsiteY3" fmla="*/ 66367 h 102094"/>
              <a:gd name="connsiteX4" fmla="*/ 4637 w 118463"/>
              <a:gd name="connsiteY4" fmla="*/ 380 h 102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463" h="102094">
                <a:moveTo>
                  <a:pt x="4637" y="380"/>
                </a:moveTo>
                <a:cubicBezTo>
                  <a:pt x="21920" y="3522"/>
                  <a:pt x="104214" y="40075"/>
                  <a:pt x="117758" y="85221"/>
                </a:cubicBezTo>
                <a:cubicBezTo>
                  <a:pt x="125934" y="112475"/>
                  <a:pt x="60912" y="99738"/>
                  <a:pt x="32917" y="94648"/>
                </a:cubicBezTo>
                <a:cubicBezTo>
                  <a:pt x="21770" y="92621"/>
                  <a:pt x="20348" y="75794"/>
                  <a:pt x="14063" y="66367"/>
                </a:cubicBezTo>
                <a:cubicBezTo>
                  <a:pt x="24723" y="13070"/>
                  <a:pt x="-12646" y="-2762"/>
                  <a:pt x="4637" y="38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任意多边形: 形状 105"/>
          <p:cNvSpPr/>
          <p:nvPr/>
        </p:nvSpPr>
        <p:spPr>
          <a:xfrm rot="17062814">
            <a:off x="7889896" y="4672987"/>
            <a:ext cx="115359" cy="75414"/>
          </a:xfrm>
          <a:custGeom>
            <a:avLst/>
            <a:gdLst>
              <a:gd name="connsiteX0" fmla="*/ 115359 w 115359"/>
              <a:gd name="connsiteY0" fmla="*/ 75414 h 75414"/>
              <a:gd name="connsiteX1" fmla="*/ 68225 w 115359"/>
              <a:gd name="connsiteY1" fmla="*/ 56561 h 75414"/>
              <a:gd name="connsiteX2" fmla="*/ 2238 w 115359"/>
              <a:gd name="connsiteY2" fmla="*/ 47134 h 75414"/>
              <a:gd name="connsiteX3" fmla="*/ 21091 w 115359"/>
              <a:gd name="connsiteY3" fmla="*/ 18854 h 75414"/>
              <a:gd name="connsiteX4" fmla="*/ 49372 w 115359"/>
              <a:gd name="connsiteY4" fmla="*/ 0 h 75414"/>
              <a:gd name="connsiteX5" fmla="*/ 96506 w 115359"/>
              <a:gd name="connsiteY5" fmla="*/ 9427 h 75414"/>
              <a:gd name="connsiteX6" fmla="*/ 105933 w 115359"/>
              <a:gd name="connsiteY6" fmla="*/ 37707 h 75414"/>
              <a:gd name="connsiteX7" fmla="*/ 115359 w 115359"/>
              <a:gd name="connsiteY7" fmla="*/ 75414 h 75414"/>
              <a:gd name="connsiteX8" fmla="*/ 115359 w 115359"/>
              <a:gd name="connsiteY8" fmla="*/ 75414 h 75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359" h="75414">
                <a:moveTo>
                  <a:pt x="115359" y="75414"/>
                </a:moveTo>
                <a:cubicBezTo>
                  <a:pt x="107503" y="72272"/>
                  <a:pt x="84641" y="60665"/>
                  <a:pt x="68225" y="56561"/>
                </a:cubicBezTo>
                <a:cubicBezTo>
                  <a:pt x="46669" y="51172"/>
                  <a:pt x="19588" y="61014"/>
                  <a:pt x="2238" y="47134"/>
                </a:cubicBezTo>
                <a:cubicBezTo>
                  <a:pt x="-6609" y="40057"/>
                  <a:pt x="13080" y="26865"/>
                  <a:pt x="21091" y="18854"/>
                </a:cubicBezTo>
                <a:cubicBezTo>
                  <a:pt x="29102" y="10843"/>
                  <a:pt x="39945" y="6285"/>
                  <a:pt x="49372" y="0"/>
                </a:cubicBezTo>
                <a:cubicBezTo>
                  <a:pt x="65083" y="3142"/>
                  <a:pt x="83174" y="539"/>
                  <a:pt x="96506" y="9427"/>
                </a:cubicBezTo>
                <a:cubicBezTo>
                  <a:pt x="104774" y="14939"/>
                  <a:pt x="103203" y="28153"/>
                  <a:pt x="105933" y="37707"/>
                </a:cubicBezTo>
                <a:cubicBezTo>
                  <a:pt x="109492" y="50164"/>
                  <a:pt x="109565" y="63826"/>
                  <a:pt x="115359" y="75414"/>
                </a:cubicBezTo>
                <a:lnTo>
                  <a:pt x="115359" y="75414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任意多边形: 形状 106"/>
          <p:cNvSpPr/>
          <p:nvPr/>
        </p:nvSpPr>
        <p:spPr>
          <a:xfrm>
            <a:off x="7139927" y="4630759"/>
            <a:ext cx="110309" cy="113659"/>
          </a:xfrm>
          <a:custGeom>
            <a:avLst/>
            <a:gdLst>
              <a:gd name="connsiteX0" fmla="*/ 103698 w 110309"/>
              <a:gd name="connsiteY0" fmla="*/ 19391 h 113659"/>
              <a:gd name="connsiteX1" fmla="*/ 9430 w 110309"/>
              <a:gd name="connsiteY1" fmla="*/ 538 h 113659"/>
              <a:gd name="connsiteX2" fmla="*/ 3 w 110309"/>
              <a:gd name="connsiteY2" fmla="*/ 28818 h 113659"/>
              <a:gd name="connsiteX3" fmla="*/ 9430 w 110309"/>
              <a:gd name="connsiteY3" fmla="*/ 75952 h 113659"/>
              <a:gd name="connsiteX4" fmla="*/ 65991 w 110309"/>
              <a:gd name="connsiteY4" fmla="*/ 113659 h 113659"/>
              <a:gd name="connsiteX5" fmla="*/ 103698 w 110309"/>
              <a:gd name="connsiteY5" fmla="*/ 75952 h 113659"/>
              <a:gd name="connsiteX6" fmla="*/ 103698 w 110309"/>
              <a:gd name="connsiteY6" fmla="*/ 19391 h 11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309" h="113659">
                <a:moveTo>
                  <a:pt x="103698" y="19391"/>
                </a:moveTo>
                <a:cubicBezTo>
                  <a:pt x="87987" y="6822"/>
                  <a:pt x="41343" y="-2363"/>
                  <a:pt x="9430" y="538"/>
                </a:cubicBezTo>
                <a:cubicBezTo>
                  <a:pt x="-466" y="1438"/>
                  <a:pt x="3" y="18881"/>
                  <a:pt x="3" y="28818"/>
                </a:cubicBezTo>
                <a:cubicBezTo>
                  <a:pt x="3" y="44840"/>
                  <a:pt x="-407" y="63305"/>
                  <a:pt x="9430" y="75952"/>
                </a:cubicBezTo>
                <a:cubicBezTo>
                  <a:pt x="23341" y="93838"/>
                  <a:pt x="65991" y="113659"/>
                  <a:pt x="65991" y="113659"/>
                </a:cubicBezTo>
                <a:cubicBezTo>
                  <a:pt x="84845" y="107375"/>
                  <a:pt x="109983" y="107375"/>
                  <a:pt x="103698" y="75952"/>
                </a:cubicBezTo>
                <a:cubicBezTo>
                  <a:pt x="101955" y="67237"/>
                  <a:pt x="119409" y="31960"/>
                  <a:pt x="103698" y="1939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任意多边形: 形状 107"/>
          <p:cNvSpPr/>
          <p:nvPr/>
        </p:nvSpPr>
        <p:spPr>
          <a:xfrm rot="17062814">
            <a:off x="7466746" y="5367553"/>
            <a:ext cx="110034" cy="90251"/>
          </a:xfrm>
          <a:custGeom>
            <a:avLst/>
            <a:gdLst>
              <a:gd name="connsiteX0" fmla="*/ 101929 w 110034"/>
              <a:gd name="connsiteY0" fmla="*/ 5700 h 90251"/>
              <a:gd name="connsiteX1" fmla="*/ 92502 w 110034"/>
              <a:gd name="connsiteY1" fmla="*/ 81114 h 90251"/>
              <a:gd name="connsiteX2" fmla="*/ 7661 w 110034"/>
              <a:gd name="connsiteY2" fmla="*/ 71688 h 90251"/>
              <a:gd name="connsiteX3" fmla="*/ 17088 w 110034"/>
              <a:gd name="connsiteY3" fmla="*/ 15127 h 90251"/>
              <a:gd name="connsiteX4" fmla="*/ 101929 w 110034"/>
              <a:gd name="connsiteY4" fmla="*/ 5700 h 90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034" h="90251">
                <a:moveTo>
                  <a:pt x="101929" y="5700"/>
                </a:moveTo>
                <a:cubicBezTo>
                  <a:pt x="114498" y="16698"/>
                  <a:pt x="113256" y="66586"/>
                  <a:pt x="92502" y="81114"/>
                </a:cubicBezTo>
                <a:cubicBezTo>
                  <a:pt x="69191" y="97432"/>
                  <a:pt x="29075" y="90425"/>
                  <a:pt x="7661" y="71688"/>
                </a:cubicBezTo>
                <a:cubicBezTo>
                  <a:pt x="-6724" y="59102"/>
                  <a:pt x="698" y="24961"/>
                  <a:pt x="17088" y="15127"/>
                </a:cubicBezTo>
                <a:cubicBezTo>
                  <a:pt x="41338" y="577"/>
                  <a:pt x="89360" y="-5298"/>
                  <a:pt x="101929" y="570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任意多边形: 形状 108"/>
          <p:cNvSpPr/>
          <p:nvPr/>
        </p:nvSpPr>
        <p:spPr>
          <a:xfrm>
            <a:off x="9291590" y="3484802"/>
            <a:ext cx="159730" cy="98701"/>
          </a:xfrm>
          <a:custGeom>
            <a:avLst/>
            <a:gdLst>
              <a:gd name="connsiteX0" fmla="*/ 150828 w 159730"/>
              <a:gd name="connsiteY0" fmla="*/ 70421 h 98701"/>
              <a:gd name="connsiteX1" fmla="*/ 0 w 159730"/>
              <a:gd name="connsiteY1" fmla="*/ 32714 h 98701"/>
              <a:gd name="connsiteX2" fmla="*/ 9426 w 159730"/>
              <a:gd name="connsiteY2" fmla="*/ 60994 h 98701"/>
              <a:gd name="connsiteX3" fmla="*/ 37707 w 159730"/>
              <a:gd name="connsiteY3" fmla="*/ 51567 h 98701"/>
              <a:gd name="connsiteX4" fmla="*/ 75414 w 159730"/>
              <a:gd name="connsiteY4" fmla="*/ 89275 h 98701"/>
              <a:gd name="connsiteX5" fmla="*/ 103694 w 159730"/>
              <a:gd name="connsiteY5" fmla="*/ 98701 h 98701"/>
              <a:gd name="connsiteX6" fmla="*/ 131975 w 159730"/>
              <a:gd name="connsiteY6" fmla="*/ 89275 h 98701"/>
              <a:gd name="connsiteX7" fmla="*/ 141402 w 159730"/>
              <a:gd name="connsiteY7" fmla="*/ 60994 h 98701"/>
              <a:gd name="connsiteX8" fmla="*/ 150828 w 159730"/>
              <a:gd name="connsiteY8" fmla="*/ 70421 h 98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730" h="98701">
                <a:moveTo>
                  <a:pt x="150828" y="70421"/>
                </a:moveTo>
                <a:cubicBezTo>
                  <a:pt x="127261" y="65708"/>
                  <a:pt x="0" y="-56986"/>
                  <a:pt x="0" y="32714"/>
                </a:cubicBezTo>
                <a:cubicBezTo>
                  <a:pt x="0" y="42651"/>
                  <a:pt x="6284" y="51567"/>
                  <a:pt x="9426" y="60994"/>
                </a:cubicBezTo>
                <a:cubicBezTo>
                  <a:pt x="18853" y="57852"/>
                  <a:pt x="27770" y="51567"/>
                  <a:pt x="37707" y="51567"/>
                </a:cubicBezTo>
                <a:cubicBezTo>
                  <a:pt x="87982" y="51567"/>
                  <a:pt x="50276" y="64137"/>
                  <a:pt x="75414" y="89275"/>
                </a:cubicBezTo>
                <a:cubicBezTo>
                  <a:pt x="82440" y="96301"/>
                  <a:pt x="94267" y="95559"/>
                  <a:pt x="103694" y="98701"/>
                </a:cubicBezTo>
                <a:cubicBezTo>
                  <a:pt x="113121" y="95559"/>
                  <a:pt x="124949" y="96301"/>
                  <a:pt x="131975" y="89275"/>
                </a:cubicBezTo>
                <a:cubicBezTo>
                  <a:pt x="139002" y="82249"/>
                  <a:pt x="137712" y="70220"/>
                  <a:pt x="141402" y="60994"/>
                </a:cubicBezTo>
                <a:cubicBezTo>
                  <a:pt x="144011" y="54470"/>
                  <a:pt x="174395" y="75134"/>
                  <a:pt x="150828" y="70421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任意多边形: 形状 110"/>
          <p:cNvSpPr/>
          <p:nvPr/>
        </p:nvSpPr>
        <p:spPr>
          <a:xfrm rot="17062814">
            <a:off x="7490813" y="4653680"/>
            <a:ext cx="123854" cy="98627"/>
          </a:xfrm>
          <a:custGeom>
            <a:avLst/>
            <a:gdLst>
              <a:gd name="connsiteX0" fmla="*/ 57119 w 123854"/>
              <a:gd name="connsiteY0" fmla="*/ 37707 h 98627"/>
              <a:gd name="connsiteX1" fmla="*/ 47692 w 123854"/>
              <a:gd name="connsiteY1" fmla="*/ 94268 h 98627"/>
              <a:gd name="connsiteX2" fmla="*/ 9985 w 123854"/>
              <a:gd name="connsiteY2" fmla="*/ 84841 h 98627"/>
              <a:gd name="connsiteX3" fmla="*/ 47692 w 123854"/>
              <a:gd name="connsiteY3" fmla="*/ 0 h 98627"/>
              <a:gd name="connsiteX4" fmla="*/ 123106 w 123854"/>
              <a:gd name="connsiteY4" fmla="*/ 37707 h 98627"/>
              <a:gd name="connsiteX5" fmla="*/ 94826 w 123854"/>
              <a:gd name="connsiteY5" fmla="*/ 47134 h 98627"/>
              <a:gd name="connsiteX6" fmla="*/ 47692 w 123854"/>
              <a:gd name="connsiteY6" fmla="*/ 37707 h 98627"/>
              <a:gd name="connsiteX7" fmla="*/ 19411 w 123854"/>
              <a:gd name="connsiteY7" fmla="*/ 28280 h 98627"/>
              <a:gd name="connsiteX8" fmla="*/ 57119 w 123854"/>
              <a:gd name="connsiteY8" fmla="*/ 37707 h 9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854" h="98627">
                <a:moveTo>
                  <a:pt x="57119" y="37707"/>
                </a:moveTo>
                <a:cubicBezTo>
                  <a:pt x="61833" y="48705"/>
                  <a:pt x="61207" y="80753"/>
                  <a:pt x="47692" y="94268"/>
                </a:cubicBezTo>
                <a:cubicBezTo>
                  <a:pt x="38531" y="103429"/>
                  <a:pt x="14082" y="97132"/>
                  <a:pt x="9985" y="84841"/>
                </a:cubicBezTo>
                <a:cubicBezTo>
                  <a:pt x="-14532" y="11292"/>
                  <a:pt x="9175" y="12839"/>
                  <a:pt x="47692" y="0"/>
                </a:cubicBezTo>
                <a:cubicBezTo>
                  <a:pt x="49832" y="357"/>
                  <a:pt x="132532" y="4"/>
                  <a:pt x="123106" y="37707"/>
                </a:cubicBezTo>
                <a:cubicBezTo>
                  <a:pt x="120696" y="47347"/>
                  <a:pt x="104253" y="43992"/>
                  <a:pt x="94826" y="47134"/>
                </a:cubicBezTo>
                <a:cubicBezTo>
                  <a:pt x="79115" y="43992"/>
                  <a:pt x="63236" y="41593"/>
                  <a:pt x="47692" y="37707"/>
                </a:cubicBezTo>
                <a:cubicBezTo>
                  <a:pt x="38052" y="35297"/>
                  <a:pt x="11143" y="33792"/>
                  <a:pt x="19411" y="28280"/>
                </a:cubicBezTo>
                <a:cubicBezTo>
                  <a:pt x="35315" y="17678"/>
                  <a:pt x="52405" y="26709"/>
                  <a:pt x="57119" y="37707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任意多边形: 形状 111"/>
          <p:cNvSpPr/>
          <p:nvPr/>
        </p:nvSpPr>
        <p:spPr>
          <a:xfrm>
            <a:off x="7894129" y="3914482"/>
            <a:ext cx="109886" cy="99319"/>
          </a:xfrm>
          <a:custGeom>
            <a:avLst/>
            <a:gdLst>
              <a:gd name="connsiteX0" fmla="*/ 33729 w 109886"/>
              <a:gd name="connsiteY0" fmla="*/ 94604 h 99319"/>
              <a:gd name="connsiteX1" fmla="*/ 109143 w 109886"/>
              <a:gd name="connsiteY1" fmla="*/ 19190 h 99319"/>
              <a:gd name="connsiteX2" fmla="*/ 80863 w 109886"/>
              <a:gd name="connsiteY2" fmla="*/ 336 h 99319"/>
              <a:gd name="connsiteX3" fmla="*/ 24302 w 109886"/>
              <a:gd name="connsiteY3" fmla="*/ 9763 h 99319"/>
              <a:gd name="connsiteX4" fmla="*/ 14875 w 109886"/>
              <a:gd name="connsiteY4" fmla="*/ 85177 h 99319"/>
              <a:gd name="connsiteX5" fmla="*/ 33729 w 109886"/>
              <a:gd name="connsiteY5" fmla="*/ 94604 h 99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886" h="99319">
                <a:moveTo>
                  <a:pt x="33729" y="94604"/>
                </a:moveTo>
                <a:cubicBezTo>
                  <a:pt x="49440" y="83606"/>
                  <a:pt x="93244" y="50987"/>
                  <a:pt x="109143" y="19190"/>
                </a:cubicBezTo>
                <a:cubicBezTo>
                  <a:pt x="114210" y="9057"/>
                  <a:pt x="92123" y="1587"/>
                  <a:pt x="80863" y="336"/>
                </a:cubicBezTo>
                <a:cubicBezTo>
                  <a:pt x="61866" y="-1775"/>
                  <a:pt x="43156" y="6621"/>
                  <a:pt x="24302" y="9763"/>
                </a:cubicBezTo>
                <a:cubicBezTo>
                  <a:pt x="11269" y="29312"/>
                  <a:pt x="-17576" y="58135"/>
                  <a:pt x="14875" y="85177"/>
                </a:cubicBezTo>
                <a:cubicBezTo>
                  <a:pt x="26945" y="95235"/>
                  <a:pt x="18018" y="105602"/>
                  <a:pt x="33729" y="9460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任意多边形: 形状 113"/>
          <p:cNvSpPr/>
          <p:nvPr/>
        </p:nvSpPr>
        <p:spPr>
          <a:xfrm>
            <a:off x="8012636" y="4876286"/>
            <a:ext cx="182112" cy="97086"/>
          </a:xfrm>
          <a:custGeom>
            <a:avLst/>
            <a:gdLst>
              <a:gd name="connsiteX0" fmla="*/ 134978 w 182112"/>
              <a:gd name="connsiteY0" fmla="*/ 53559 h 97086"/>
              <a:gd name="connsiteX1" fmla="*/ 59563 w 182112"/>
              <a:gd name="connsiteY1" fmla="*/ 6425 h 97086"/>
              <a:gd name="connsiteX2" fmla="*/ 31283 w 182112"/>
              <a:gd name="connsiteY2" fmla="*/ 15852 h 97086"/>
              <a:gd name="connsiteX3" fmla="*/ 12429 w 182112"/>
              <a:gd name="connsiteY3" fmla="*/ 81840 h 97086"/>
              <a:gd name="connsiteX4" fmla="*/ 40709 w 182112"/>
              <a:gd name="connsiteY4" fmla="*/ 91267 h 97086"/>
              <a:gd name="connsiteX5" fmla="*/ 182112 w 182112"/>
              <a:gd name="connsiteY5" fmla="*/ 53559 h 97086"/>
              <a:gd name="connsiteX6" fmla="*/ 172685 w 182112"/>
              <a:gd name="connsiteY6" fmla="*/ 25279 h 97086"/>
              <a:gd name="connsiteX7" fmla="*/ 116124 w 182112"/>
              <a:gd name="connsiteY7" fmla="*/ 34706 h 97086"/>
              <a:gd name="connsiteX8" fmla="*/ 134978 w 182112"/>
              <a:gd name="connsiteY8" fmla="*/ 53559 h 97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112" h="97086">
                <a:moveTo>
                  <a:pt x="134978" y="53559"/>
                </a:moveTo>
                <a:cubicBezTo>
                  <a:pt x="125551" y="48845"/>
                  <a:pt x="114788" y="-21187"/>
                  <a:pt x="59563" y="6425"/>
                </a:cubicBezTo>
                <a:cubicBezTo>
                  <a:pt x="50675" y="10869"/>
                  <a:pt x="40710" y="12710"/>
                  <a:pt x="31283" y="15852"/>
                </a:cubicBezTo>
                <a:cubicBezTo>
                  <a:pt x="9763" y="37372"/>
                  <a:pt x="-15705" y="46673"/>
                  <a:pt x="12429" y="81840"/>
                </a:cubicBezTo>
                <a:cubicBezTo>
                  <a:pt x="18636" y="89599"/>
                  <a:pt x="31282" y="88125"/>
                  <a:pt x="40709" y="91267"/>
                </a:cubicBezTo>
                <a:cubicBezTo>
                  <a:pt x="78854" y="88542"/>
                  <a:pt x="182112" y="122011"/>
                  <a:pt x="182112" y="53559"/>
                </a:cubicBezTo>
                <a:cubicBezTo>
                  <a:pt x="182112" y="43622"/>
                  <a:pt x="175827" y="34706"/>
                  <a:pt x="172685" y="25279"/>
                </a:cubicBezTo>
                <a:cubicBezTo>
                  <a:pt x="153831" y="28421"/>
                  <a:pt x="131049" y="22766"/>
                  <a:pt x="116124" y="34706"/>
                </a:cubicBezTo>
                <a:cubicBezTo>
                  <a:pt x="108365" y="40913"/>
                  <a:pt x="144405" y="58273"/>
                  <a:pt x="134978" y="53559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任意多边形: 形状 114"/>
          <p:cNvSpPr/>
          <p:nvPr/>
        </p:nvSpPr>
        <p:spPr>
          <a:xfrm>
            <a:off x="8938997" y="4185796"/>
            <a:ext cx="111343" cy="152775"/>
          </a:xfrm>
          <a:custGeom>
            <a:avLst/>
            <a:gdLst>
              <a:gd name="connsiteX0" fmla="*/ 43314 w 111343"/>
              <a:gd name="connsiteY0" fmla="*/ 11373 h 152775"/>
              <a:gd name="connsiteX1" fmla="*/ 33887 w 111343"/>
              <a:gd name="connsiteY1" fmla="*/ 152775 h 152775"/>
              <a:gd name="connsiteX2" fmla="*/ 90448 w 111343"/>
              <a:gd name="connsiteY2" fmla="*/ 143349 h 152775"/>
              <a:gd name="connsiteX3" fmla="*/ 109301 w 111343"/>
              <a:gd name="connsiteY3" fmla="*/ 115068 h 152775"/>
              <a:gd name="connsiteX4" fmla="*/ 71594 w 111343"/>
              <a:gd name="connsiteY4" fmla="*/ 11373 h 152775"/>
              <a:gd name="connsiteX5" fmla="*/ 43314 w 111343"/>
              <a:gd name="connsiteY5" fmla="*/ 11373 h 152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343" h="152775">
                <a:moveTo>
                  <a:pt x="43314" y="11373"/>
                </a:moveTo>
                <a:cubicBezTo>
                  <a:pt x="37029" y="34940"/>
                  <a:pt x="-44626" y="152775"/>
                  <a:pt x="33887" y="152775"/>
                </a:cubicBezTo>
                <a:cubicBezTo>
                  <a:pt x="53001" y="152775"/>
                  <a:pt x="71594" y="146491"/>
                  <a:pt x="90448" y="143349"/>
                </a:cubicBezTo>
                <a:cubicBezTo>
                  <a:pt x="96732" y="133922"/>
                  <a:pt x="108360" y="126359"/>
                  <a:pt x="109301" y="115068"/>
                </a:cubicBezTo>
                <a:cubicBezTo>
                  <a:pt x="112490" y="76802"/>
                  <a:pt x="118029" y="22982"/>
                  <a:pt x="71594" y="11373"/>
                </a:cubicBezTo>
                <a:cubicBezTo>
                  <a:pt x="56352" y="7562"/>
                  <a:pt x="49599" y="-12194"/>
                  <a:pt x="43314" y="11373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2830195"/>
            <a:ext cx="6468745" cy="3743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弧形 2"/>
          <p:cNvSpPr/>
          <p:nvPr/>
        </p:nvSpPr>
        <p:spPr>
          <a:xfrm rot="12761059">
            <a:off x="3317583" y="2348999"/>
            <a:ext cx="2160000" cy="216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543824" y="2644170"/>
            <a:ext cx="169164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 spc="600" dirty="0">
                <a:solidFill>
                  <a:schemeClr val="bg1"/>
                </a:solidFill>
                <a:latin typeface="+mj-lt"/>
                <a:ea typeface="+mj-ea"/>
              </a:rPr>
              <a:t>02</a:t>
            </a:r>
            <a:endParaRPr lang="zh-CN" altLang="en-US" sz="9600" b="1" spc="6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6539056" y="3429000"/>
            <a:ext cx="4028391" cy="6184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389196" y="2752954"/>
            <a:ext cx="450215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spc="600" dirty="0">
                <a:solidFill>
                  <a:schemeClr val="bg1"/>
                </a:solidFill>
              </a:rPr>
              <a:t>React Native</a:t>
            </a:r>
            <a:r>
              <a:rPr lang="zh-CN" altLang="en-US" sz="3200" b="1" spc="600" dirty="0">
                <a:solidFill>
                  <a:schemeClr val="bg1"/>
                </a:solidFill>
              </a:rPr>
              <a:t>概述</a:t>
            </a:r>
            <a:endParaRPr lang="zh-CN" altLang="en-US" sz="3200" b="1" spc="600" dirty="0">
              <a:solidFill>
                <a:schemeClr val="bg1"/>
              </a:solidFill>
            </a:endParaRPr>
          </a:p>
        </p:txBody>
      </p:sp>
      <p:sp>
        <p:nvSpPr>
          <p:cNvPr id="7" name="弧形 6"/>
          <p:cNvSpPr/>
          <p:nvPr/>
        </p:nvSpPr>
        <p:spPr>
          <a:xfrm>
            <a:off x="3137583" y="2169000"/>
            <a:ext cx="2520000" cy="252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828915" y="3506470"/>
            <a:ext cx="179959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1"/>
                </a:solidFill>
              </a:rPr>
              <a:t>跨平台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1"/>
                </a:solidFill>
              </a:rPr>
              <a:t>基于</a:t>
            </a:r>
            <a:r>
              <a:rPr lang="en-US" altLang="zh-CN" sz="2000" dirty="0">
                <a:solidFill>
                  <a:schemeClr val="bg1"/>
                </a:solidFill>
              </a:rPr>
              <a:t>React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1"/>
                </a:solidFill>
              </a:rPr>
              <a:t>热！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1"/>
                </a:solidFill>
              </a:rPr>
              <a:t>原生嫁接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1"/>
                </a:solidFill>
              </a:rPr>
              <a:t>有个好爹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弧形 9"/>
          <p:cNvSpPr/>
          <p:nvPr/>
        </p:nvSpPr>
        <p:spPr>
          <a:xfrm rot="12761059">
            <a:off x="332806" y="244897"/>
            <a:ext cx="720000" cy="72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/>
          <p:cNvSpPr/>
          <p:nvPr/>
        </p:nvSpPr>
        <p:spPr>
          <a:xfrm>
            <a:off x="242806" y="154897"/>
            <a:ext cx="900000" cy="90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72847" y="312510"/>
            <a:ext cx="6399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01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800000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1320799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993369" y="290920"/>
            <a:ext cx="1402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跨平台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769610" y="1810385"/>
            <a:ext cx="6295390" cy="3046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React Native 可以平滑的掌控多个平台。绝大多数的 React Native API 都是跨平台的，所以开发者只需要去写 React Native 的组件即可，它可以无缝的运行在 iOS 和 Android 下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r>
              <a:rPr lang="en-US" altLang="zh-CN" sz="2400" dirty="0">
                <a:solidFill>
                  <a:schemeClr val="bg1">
                    <a:lumMod val="95000"/>
                  </a:schemeClr>
                </a:solidFill>
              </a:rPr>
              <a:t>FackBook</a:t>
            </a:r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曾声称他们的广告管理应用跨两个平台有87% 的代码可重用</a:t>
            </a:r>
            <a:r>
              <a:rPr lang="en-US" altLang="zh-CN" sz="2400" dirty="0">
                <a:solidFill>
                  <a:schemeClr val="bg1">
                    <a:lumMod val="95000"/>
                  </a:schemeClr>
                </a:solidFill>
              </a:rPr>
              <a:t>(13%)</a:t>
            </a:r>
            <a:endParaRPr lang="en-US" altLang="zh-CN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69610" y="1089660"/>
            <a:ext cx="2736850" cy="539750"/>
            <a:chOff x="6823943" y="1118892"/>
            <a:chExt cx="2217137" cy="540000"/>
          </a:xfrm>
        </p:grpSpPr>
        <p:sp>
          <p:nvSpPr>
            <p:cNvPr id="21" name="矩形: 圆角 20"/>
            <p:cNvSpPr/>
            <p:nvPr/>
          </p:nvSpPr>
          <p:spPr>
            <a:xfrm>
              <a:off x="6823943" y="1118892"/>
              <a:ext cx="2016000" cy="540000"/>
            </a:xfrm>
            <a:prstGeom prst="roundRect">
              <a:avLst/>
            </a:prstGeom>
            <a:solidFill>
              <a:schemeClr val="tx1">
                <a:lumMod val="75000"/>
                <a:lumOff val="25000"/>
                <a:alpha val="39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823943" y="1131598"/>
              <a:ext cx="2217137" cy="522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</a:rPr>
                <a:t>IOS &amp; Android</a:t>
              </a:r>
              <a:endParaRPr lang="en-US" altLang="zh-CN" sz="2800" dirty="0">
                <a:solidFill>
                  <a:schemeClr val="bg1"/>
                </a:solidFill>
              </a:endParaRPr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6823943" y="1361465"/>
              <a:ext cx="103694" cy="18854"/>
            </a:xfrm>
            <a:custGeom>
              <a:avLst/>
              <a:gdLst>
                <a:gd name="connsiteX0" fmla="*/ 103694 w 103694"/>
                <a:gd name="connsiteY0" fmla="*/ 18854 h 18854"/>
                <a:gd name="connsiteX1" fmla="*/ 0 w 103694"/>
                <a:gd name="connsiteY1" fmla="*/ 0 h 18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694" h="18854">
                  <a:moveTo>
                    <a:pt x="103694" y="18854"/>
                  </a:moveTo>
                  <a:lnTo>
                    <a:pt x="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椭圆 5"/>
          <p:cNvSpPr/>
          <p:nvPr/>
        </p:nvSpPr>
        <p:spPr>
          <a:xfrm>
            <a:off x="1413106" y="2193552"/>
            <a:ext cx="3060000" cy="3060000"/>
          </a:xfrm>
          <a:prstGeom prst="ellipse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7" name="直接连接符 166"/>
          <p:cNvCxnSpPr/>
          <p:nvPr/>
        </p:nvCxnSpPr>
        <p:spPr>
          <a:xfrm rot="-5340000">
            <a:off x="1317506" y="36275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/>
          <p:cNvCxnSpPr/>
          <p:nvPr/>
        </p:nvCxnSpPr>
        <p:spPr>
          <a:xfrm rot="-5124000">
            <a:off x="1320714" y="352550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/>
          <p:nvPr/>
        </p:nvCxnSpPr>
        <p:spPr>
          <a:xfrm rot="-4908000">
            <a:off x="1330324" y="342383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rot="-4692000">
            <a:off x="1346300" y="332297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/>
          <p:cNvCxnSpPr/>
          <p:nvPr/>
        </p:nvCxnSpPr>
        <p:spPr>
          <a:xfrm rot="-4476000">
            <a:off x="1368577" y="32233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/>
          <p:cNvCxnSpPr/>
          <p:nvPr/>
        </p:nvCxnSpPr>
        <p:spPr>
          <a:xfrm rot="-4260000">
            <a:off x="1397068" y="312524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>
          <a:xfrm rot="-4044000">
            <a:off x="1431661" y="302915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/>
        </p:nvCxnSpPr>
        <p:spPr>
          <a:xfrm rot="-3828000">
            <a:off x="1472219" y="293543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/>
        </p:nvCxnSpPr>
        <p:spPr>
          <a:xfrm rot="-3612000">
            <a:off x="1518582" y="284444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连接符 189"/>
          <p:cNvCxnSpPr/>
          <p:nvPr/>
        </p:nvCxnSpPr>
        <p:spPr>
          <a:xfrm rot="-372000">
            <a:off x="2739364" y="201479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连接符 190"/>
          <p:cNvCxnSpPr/>
          <p:nvPr/>
        </p:nvCxnSpPr>
        <p:spPr>
          <a:xfrm rot="-156000">
            <a:off x="2841033" y="200518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连接符 191"/>
          <p:cNvCxnSpPr/>
          <p:nvPr/>
        </p:nvCxnSpPr>
        <p:spPr>
          <a:xfrm rot="60000">
            <a:off x="2943106" y="20019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rot="276000">
            <a:off x="3045178" y="200518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连接符 193"/>
          <p:cNvCxnSpPr/>
          <p:nvPr/>
        </p:nvCxnSpPr>
        <p:spPr>
          <a:xfrm rot="492000">
            <a:off x="3146847" y="201479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/>
          <p:cNvCxnSpPr/>
          <p:nvPr/>
        </p:nvCxnSpPr>
        <p:spPr>
          <a:xfrm rot="708000">
            <a:off x="3247713" y="203077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/>
          <p:cNvCxnSpPr/>
          <p:nvPr/>
        </p:nvCxnSpPr>
        <p:spPr>
          <a:xfrm rot="924000">
            <a:off x="3347376" y="205305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/>
          <p:nvPr/>
        </p:nvCxnSpPr>
        <p:spPr>
          <a:xfrm rot="1140000">
            <a:off x="3445444" y="208154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/>
        </p:nvCxnSpPr>
        <p:spPr>
          <a:xfrm rot="1356000">
            <a:off x="3541529" y="211613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1572000">
            <a:off x="3635253" y="215669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连接符 199"/>
          <p:cNvCxnSpPr/>
          <p:nvPr/>
        </p:nvCxnSpPr>
        <p:spPr>
          <a:xfrm rot="1788000">
            <a:off x="3726245" y="220305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连接符 200"/>
          <p:cNvCxnSpPr/>
          <p:nvPr/>
        </p:nvCxnSpPr>
        <p:spPr>
          <a:xfrm rot="2004000">
            <a:off x="3814146" y="225503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/>
          <p:cNvCxnSpPr/>
          <p:nvPr/>
        </p:nvCxnSpPr>
        <p:spPr>
          <a:xfrm rot="2220000">
            <a:off x="3898610" y="231244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/>
          <p:cNvCxnSpPr/>
          <p:nvPr/>
        </p:nvCxnSpPr>
        <p:spPr>
          <a:xfrm rot="2435999">
            <a:off x="3979302" y="237503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 rot="2652000">
            <a:off x="4055906" y="244256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/>
          <p:cNvCxnSpPr/>
          <p:nvPr/>
        </p:nvCxnSpPr>
        <p:spPr>
          <a:xfrm rot="2868000">
            <a:off x="4128117" y="25147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连接符 205"/>
          <p:cNvCxnSpPr/>
          <p:nvPr/>
        </p:nvCxnSpPr>
        <p:spPr>
          <a:xfrm rot="3084000">
            <a:off x="4195652" y="259138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 rot="3300000">
            <a:off x="4258244" y="267207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连接符 207"/>
          <p:cNvCxnSpPr/>
          <p:nvPr/>
        </p:nvCxnSpPr>
        <p:spPr>
          <a:xfrm rot="3515999">
            <a:off x="4315645" y="275653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连接符 208"/>
          <p:cNvCxnSpPr/>
          <p:nvPr/>
        </p:nvCxnSpPr>
        <p:spPr>
          <a:xfrm rot="3732000">
            <a:off x="4367630" y="284444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连接符 209"/>
          <p:cNvCxnSpPr/>
          <p:nvPr/>
        </p:nvCxnSpPr>
        <p:spPr>
          <a:xfrm rot="3948000">
            <a:off x="4413993" y="293543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/>
          <p:cNvCxnSpPr/>
          <p:nvPr/>
        </p:nvCxnSpPr>
        <p:spPr>
          <a:xfrm rot="4164000">
            <a:off x="4454551" y="302915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/>
          <p:cNvCxnSpPr/>
          <p:nvPr/>
        </p:nvCxnSpPr>
        <p:spPr>
          <a:xfrm rot="4380000">
            <a:off x="4489143" y="312524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连接符 212"/>
          <p:cNvCxnSpPr/>
          <p:nvPr/>
        </p:nvCxnSpPr>
        <p:spPr>
          <a:xfrm rot="4595999">
            <a:off x="4517635" y="32233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连接符 213"/>
          <p:cNvCxnSpPr/>
          <p:nvPr/>
        </p:nvCxnSpPr>
        <p:spPr>
          <a:xfrm rot="4812000">
            <a:off x="4539912" y="332297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连接符 214"/>
          <p:cNvCxnSpPr/>
          <p:nvPr/>
        </p:nvCxnSpPr>
        <p:spPr>
          <a:xfrm rot="5027999">
            <a:off x="4555887" y="342383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连接符 215"/>
          <p:cNvCxnSpPr/>
          <p:nvPr/>
        </p:nvCxnSpPr>
        <p:spPr>
          <a:xfrm rot="5244000">
            <a:off x="4565498" y="352550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连接符 216"/>
          <p:cNvCxnSpPr/>
          <p:nvPr/>
        </p:nvCxnSpPr>
        <p:spPr>
          <a:xfrm rot="5460000">
            <a:off x="4568706" y="36275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连接符 217"/>
          <p:cNvCxnSpPr/>
          <p:nvPr/>
        </p:nvCxnSpPr>
        <p:spPr>
          <a:xfrm rot="5675999">
            <a:off x="4565498" y="372965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连接符 218"/>
          <p:cNvCxnSpPr/>
          <p:nvPr/>
        </p:nvCxnSpPr>
        <p:spPr>
          <a:xfrm rot="5892000">
            <a:off x="4555887" y="383132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连接符 219"/>
          <p:cNvCxnSpPr/>
          <p:nvPr/>
        </p:nvCxnSpPr>
        <p:spPr>
          <a:xfrm rot="6107999">
            <a:off x="4539912" y="393218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/>
          <p:cNvCxnSpPr/>
          <p:nvPr/>
        </p:nvCxnSpPr>
        <p:spPr>
          <a:xfrm rot="6324000">
            <a:off x="4517635" y="403184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连接符 221"/>
          <p:cNvCxnSpPr/>
          <p:nvPr/>
        </p:nvCxnSpPr>
        <p:spPr>
          <a:xfrm rot="6540000">
            <a:off x="4489143" y="41299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/>
          <p:cNvCxnSpPr/>
          <p:nvPr/>
        </p:nvCxnSpPr>
        <p:spPr>
          <a:xfrm rot="6755999">
            <a:off x="4454551" y="422600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连接符 223"/>
          <p:cNvCxnSpPr/>
          <p:nvPr/>
        </p:nvCxnSpPr>
        <p:spPr>
          <a:xfrm rot="6972000">
            <a:off x="4413993" y="431972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连接符 224"/>
          <p:cNvCxnSpPr/>
          <p:nvPr/>
        </p:nvCxnSpPr>
        <p:spPr>
          <a:xfrm rot="7187999">
            <a:off x="4367630" y="44107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/>
          <p:nvPr/>
        </p:nvCxnSpPr>
        <p:spPr>
          <a:xfrm rot="7404000">
            <a:off x="4315645" y="449861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/>
          <p:cNvCxnSpPr/>
          <p:nvPr/>
        </p:nvCxnSpPr>
        <p:spPr>
          <a:xfrm rot="7620000">
            <a:off x="4258244" y="458308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227"/>
          <p:cNvCxnSpPr/>
          <p:nvPr/>
        </p:nvCxnSpPr>
        <p:spPr>
          <a:xfrm rot="7835999">
            <a:off x="4195652" y="466377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连接符 228"/>
          <p:cNvCxnSpPr/>
          <p:nvPr/>
        </p:nvCxnSpPr>
        <p:spPr>
          <a:xfrm rot="8052000">
            <a:off x="4128117" y="474037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/>
          <p:cNvCxnSpPr/>
          <p:nvPr/>
        </p:nvCxnSpPr>
        <p:spPr>
          <a:xfrm rot="8267999">
            <a:off x="4055906" y="481259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/>
          <p:cNvCxnSpPr/>
          <p:nvPr/>
        </p:nvCxnSpPr>
        <p:spPr>
          <a:xfrm rot="8484000">
            <a:off x="3979302" y="488012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/>
          <p:cNvCxnSpPr/>
          <p:nvPr/>
        </p:nvCxnSpPr>
        <p:spPr>
          <a:xfrm rot="8700000">
            <a:off x="3898610" y="49427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/>
          <p:cNvCxnSpPr/>
          <p:nvPr/>
        </p:nvCxnSpPr>
        <p:spPr>
          <a:xfrm rot="8915999">
            <a:off x="3814146" y="500011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/>
          <p:cNvCxnSpPr/>
          <p:nvPr/>
        </p:nvCxnSpPr>
        <p:spPr>
          <a:xfrm rot="9132000">
            <a:off x="3726245" y="505210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连接符 234"/>
          <p:cNvCxnSpPr/>
          <p:nvPr/>
        </p:nvCxnSpPr>
        <p:spPr>
          <a:xfrm rot="9347999">
            <a:off x="3635253" y="509846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/>
          <p:cNvCxnSpPr/>
          <p:nvPr/>
        </p:nvCxnSpPr>
        <p:spPr>
          <a:xfrm rot="9564000">
            <a:off x="3541529" y="513902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/>
          <p:cNvCxnSpPr/>
          <p:nvPr/>
        </p:nvCxnSpPr>
        <p:spPr>
          <a:xfrm rot="9780000">
            <a:off x="3445444" y="517361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/>
          <p:cNvCxnSpPr/>
          <p:nvPr/>
        </p:nvCxnSpPr>
        <p:spPr>
          <a:xfrm rot="9995999">
            <a:off x="3347376" y="52021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连接符 238"/>
          <p:cNvCxnSpPr/>
          <p:nvPr/>
        </p:nvCxnSpPr>
        <p:spPr>
          <a:xfrm rot="10211999">
            <a:off x="3247713" y="522438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连接符 239"/>
          <p:cNvCxnSpPr/>
          <p:nvPr/>
        </p:nvCxnSpPr>
        <p:spPr>
          <a:xfrm rot="10427999">
            <a:off x="3146848" y="524036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连接符 240"/>
          <p:cNvCxnSpPr/>
          <p:nvPr/>
        </p:nvCxnSpPr>
        <p:spPr>
          <a:xfrm rot="10644000">
            <a:off x="3045178" y="524997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连接符 241"/>
          <p:cNvCxnSpPr/>
          <p:nvPr/>
        </p:nvCxnSpPr>
        <p:spPr>
          <a:xfrm rot="10860000">
            <a:off x="2943106" y="52531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连接符 242"/>
          <p:cNvCxnSpPr/>
          <p:nvPr/>
        </p:nvCxnSpPr>
        <p:spPr>
          <a:xfrm rot="11076000">
            <a:off x="2841033" y="524997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连接符 243"/>
          <p:cNvCxnSpPr/>
          <p:nvPr/>
        </p:nvCxnSpPr>
        <p:spPr>
          <a:xfrm rot="11291999">
            <a:off x="2739365" y="524036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连接符 244"/>
          <p:cNvCxnSpPr/>
          <p:nvPr/>
        </p:nvCxnSpPr>
        <p:spPr>
          <a:xfrm rot="11507999">
            <a:off x="2638499" y="522438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连接符 245"/>
          <p:cNvCxnSpPr/>
          <p:nvPr/>
        </p:nvCxnSpPr>
        <p:spPr>
          <a:xfrm rot="11724000">
            <a:off x="2538836" y="52021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连接符 246"/>
          <p:cNvCxnSpPr/>
          <p:nvPr/>
        </p:nvCxnSpPr>
        <p:spPr>
          <a:xfrm rot="11940000">
            <a:off x="2440768" y="517361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连接符 247"/>
          <p:cNvCxnSpPr/>
          <p:nvPr/>
        </p:nvCxnSpPr>
        <p:spPr>
          <a:xfrm rot="12156000">
            <a:off x="2344682" y="513902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接连接符 248"/>
          <p:cNvCxnSpPr/>
          <p:nvPr/>
        </p:nvCxnSpPr>
        <p:spPr>
          <a:xfrm rot="12371999">
            <a:off x="2250960" y="509846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连接符 249"/>
          <p:cNvCxnSpPr/>
          <p:nvPr/>
        </p:nvCxnSpPr>
        <p:spPr>
          <a:xfrm rot="12587999">
            <a:off x="2159967" y="505210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连接符 250"/>
          <p:cNvCxnSpPr/>
          <p:nvPr/>
        </p:nvCxnSpPr>
        <p:spPr>
          <a:xfrm rot="12804000">
            <a:off x="2072066" y="500011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连接符 251"/>
          <p:cNvCxnSpPr/>
          <p:nvPr/>
        </p:nvCxnSpPr>
        <p:spPr>
          <a:xfrm rot="13020000">
            <a:off x="1987602" y="49427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连接符 252"/>
          <p:cNvCxnSpPr/>
          <p:nvPr/>
        </p:nvCxnSpPr>
        <p:spPr>
          <a:xfrm rot="13236000">
            <a:off x="1906909" y="488012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连接符 253"/>
          <p:cNvCxnSpPr/>
          <p:nvPr/>
        </p:nvCxnSpPr>
        <p:spPr>
          <a:xfrm rot="13451999">
            <a:off x="1830306" y="481259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连接符 254"/>
          <p:cNvCxnSpPr/>
          <p:nvPr/>
        </p:nvCxnSpPr>
        <p:spPr>
          <a:xfrm rot="13667999">
            <a:off x="1758095" y="47403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连接符 255"/>
          <p:cNvCxnSpPr/>
          <p:nvPr/>
        </p:nvCxnSpPr>
        <p:spPr>
          <a:xfrm rot="13884000">
            <a:off x="1690560" y="466377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接连接符 256"/>
          <p:cNvCxnSpPr/>
          <p:nvPr/>
        </p:nvCxnSpPr>
        <p:spPr>
          <a:xfrm rot="14100000">
            <a:off x="1627968" y="458308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连接符 257"/>
          <p:cNvCxnSpPr/>
          <p:nvPr/>
        </p:nvCxnSpPr>
        <p:spPr>
          <a:xfrm rot="14316000">
            <a:off x="1570566" y="449861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连接符 258"/>
          <p:cNvCxnSpPr/>
          <p:nvPr/>
        </p:nvCxnSpPr>
        <p:spPr>
          <a:xfrm rot="14531999">
            <a:off x="1518582" y="441071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连接符 259"/>
          <p:cNvCxnSpPr/>
          <p:nvPr/>
        </p:nvCxnSpPr>
        <p:spPr>
          <a:xfrm rot="14747999">
            <a:off x="1472219" y="431972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/>
          <p:cNvCxnSpPr/>
          <p:nvPr/>
        </p:nvCxnSpPr>
        <p:spPr>
          <a:xfrm rot="14964000">
            <a:off x="1431661" y="422600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接连接符 261"/>
          <p:cNvCxnSpPr/>
          <p:nvPr/>
        </p:nvCxnSpPr>
        <p:spPr>
          <a:xfrm rot="15180000">
            <a:off x="1397068" y="41299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连接符 262"/>
          <p:cNvCxnSpPr/>
          <p:nvPr/>
        </p:nvCxnSpPr>
        <p:spPr>
          <a:xfrm rot="15395999">
            <a:off x="1368577" y="403185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接连接符 263"/>
          <p:cNvCxnSpPr/>
          <p:nvPr/>
        </p:nvCxnSpPr>
        <p:spPr>
          <a:xfrm rot="15611999">
            <a:off x="1346300" y="393218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接连接符 264"/>
          <p:cNvCxnSpPr/>
          <p:nvPr/>
        </p:nvCxnSpPr>
        <p:spPr>
          <a:xfrm rot="15827999">
            <a:off x="1330324" y="383132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接连接符 265"/>
          <p:cNvCxnSpPr/>
          <p:nvPr/>
        </p:nvCxnSpPr>
        <p:spPr>
          <a:xfrm rot="16044000">
            <a:off x="1320714" y="372965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接连接符 266"/>
          <p:cNvCxnSpPr/>
          <p:nvPr/>
        </p:nvCxnSpPr>
        <p:spPr>
          <a:xfrm rot="-4628572">
            <a:off x="1358263" y="326584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接连接符 267"/>
          <p:cNvCxnSpPr/>
          <p:nvPr/>
        </p:nvCxnSpPr>
        <p:spPr>
          <a:xfrm rot="-4412572">
            <a:off x="1384104" y="316705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直接连接符 268"/>
          <p:cNvCxnSpPr/>
          <p:nvPr/>
        </p:nvCxnSpPr>
        <p:spPr>
          <a:xfrm rot="-4196571">
            <a:off x="1416097" y="307006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连接符 269"/>
          <p:cNvCxnSpPr/>
          <p:nvPr/>
        </p:nvCxnSpPr>
        <p:spPr>
          <a:xfrm rot="-3980571">
            <a:off x="1454116" y="297528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连接符 270"/>
          <p:cNvCxnSpPr/>
          <p:nvPr/>
        </p:nvCxnSpPr>
        <p:spPr>
          <a:xfrm rot="-3764572">
            <a:off x="1498012" y="28830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直接连接符 286"/>
          <p:cNvCxnSpPr/>
          <p:nvPr/>
        </p:nvCxnSpPr>
        <p:spPr>
          <a:xfrm rot="-308572">
            <a:off x="2797388" y="200852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接连接符 287"/>
          <p:cNvCxnSpPr/>
          <p:nvPr/>
        </p:nvCxnSpPr>
        <p:spPr>
          <a:xfrm rot="-92572">
            <a:off x="2899337" y="200256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直接连接符 288"/>
          <p:cNvCxnSpPr/>
          <p:nvPr/>
        </p:nvCxnSpPr>
        <p:spPr>
          <a:xfrm rot="123429">
            <a:off x="3001459" y="200302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接连接符 289"/>
          <p:cNvCxnSpPr/>
          <p:nvPr/>
        </p:nvCxnSpPr>
        <p:spPr>
          <a:xfrm rot="339429">
            <a:off x="3103350" y="200989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直接连接符 290"/>
          <p:cNvCxnSpPr/>
          <p:nvPr/>
        </p:nvCxnSpPr>
        <p:spPr>
          <a:xfrm rot="555428">
            <a:off x="3204609" y="202315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接连接符 291"/>
          <p:cNvCxnSpPr/>
          <p:nvPr/>
        </p:nvCxnSpPr>
        <p:spPr>
          <a:xfrm rot="771428">
            <a:off x="3304836" y="204273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接连接符 292"/>
          <p:cNvCxnSpPr/>
          <p:nvPr/>
        </p:nvCxnSpPr>
        <p:spPr>
          <a:xfrm rot="987428">
            <a:off x="3403635" y="206857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直接连接符 293"/>
          <p:cNvCxnSpPr/>
          <p:nvPr/>
        </p:nvCxnSpPr>
        <p:spPr>
          <a:xfrm rot="1203428">
            <a:off x="3500617" y="210057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接连接符 294"/>
          <p:cNvCxnSpPr/>
          <p:nvPr/>
        </p:nvCxnSpPr>
        <p:spPr>
          <a:xfrm rot="1419429">
            <a:off x="3595399" y="213858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直接连接符 295"/>
          <p:cNvCxnSpPr/>
          <p:nvPr/>
        </p:nvCxnSpPr>
        <p:spPr>
          <a:xfrm rot="1635428">
            <a:off x="3687606" y="218248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接连接符 296"/>
          <p:cNvCxnSpPr/>
          <p:nvPr/>
        </p:nvCxnSpPr>
        <p:spPr>
          <a:xfrm rot="1851428">
            <a:off x="3776875" y="223208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直接连接符 297"/>
          <p:cNvCxnSpPr/>
          <p:nvPr/>
        </p:nvCxnSpPr>
        <p:spPr>
          <a:xfrm rot="2067428">
            <a:off x="3862853" y="228719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直接连接符 298"/>
          <p:cNvCxnSpPr/>
          <p:nvPr/>
        </p:nvCxnSpPr>
        <p:spPr>
          <a:xfrm rot="2283429">
            <a:off x="3945202" y="234758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接连接符 299"/>
          <p:cNvCxnSpPr/>
          <p:nvPr/>
        </p:nvCxnSpPr>
        <p:spPr>
          <a:xfrm rot="2499428">
            <a:off x="4023596" y="241303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直接连接符 300"/>
          <p:cNvCxnSpPr/>
          <p:nvPr/>
        </p:nvCxnSpPr>
        <p:spPr>
          <a:xfrm rot="2715428">
            <a:off x="4097726" y="248327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直接连接符 301"/>
          <p:cNvCxnSpPr/>
          <p:nvPr/>
        </p:nvCxnSpPr>
        <p:spPr>
          <a:xfrm rot="2931428">
            <a:off x="4167299" y="255803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接连接符 302"/>
          <p:cNvCxnSpPr/>
          <p:nvPr/>
        </p:nvCxnSpPr>
        <p:spPr>
          <a:xfrm rot="3147428">
            <a:off x="4232041" y="263701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直接连接符 303"/>
          <p:cNvCxnSpPr/>
          <p:nvPr/>
        </p:nvCxnSpPr>
        <p:spPr>
          <a:xfrm rot="3363429">
            <a:off x="4291695" y="271989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直接连接符 304"/>
          <p:cNvCxnSpPr/>
          <p:nvPr/>
        </p:nvCxnSpPr>
        <p:spPr>
          <a:xfrm rot="3579428">
            <a:off x="4346028" y="280636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接连接符 305"/>
          <p:cNvCxnSpPr/>
          <p:nvPr/>
        </p:nvCxnSpPr>
        <p:spPr>
          <a:xfrm rot="3795428">
            <a:off x="4394824" y="289608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直接连接符 306"/>
          <p:cNvCxnSpPr/>
          <p:nvPr/>
        </p:nvCxnSpPr>
        <p:spPr>
          <a:xfrm rot="4011428">
            <a:off x="4437890" y="298867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直接连接符 307"/>
          <p:cNvCxnSpPr/>
          <p:nvPr/>
        </p:nvCxnSpPr>
        <p:spPr>
          <a:xfrm rot="4227428">
            <a:off x="4475057" y="308379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接连接符 308"/>
          <p:cNvCxnSpPr/>
          <p:nvPr/>
        </p:nvCxnSpPr>
        <p:spPr>
          <a:xfrm rot="4443429">
            <a:off x="4506179" y="318106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接连接符 309"/>
          <p:cNvCxnSpPr/>
          <p:nvPr/>
        </p:nvCxnSpPr>
        <p:spPr>
          <a:xfrm rot="4659428">
            <a:off x="4531132" y="328008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接连接符 310"/>
          <p:cNvCxnSpPr/>
          <p:nvPr/>
        </p:nvCxnSpPr>
        <p:spPr>
          <a:xfrm rot="4875428">
            <a:off x="4549817" y="338048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接连接符 311"/>
          <p:cNvCxnSpPr/>
          <p:nvPr/>
        </p:nvCxnSpPr>
        <p:spPr>
          <a:xfrm rot="5091428">
            <a:off x="4562162" y="348186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直接连接符 312"/>
          <p:cNvCxnSpPr/>
          <p:nvPr/>
        </p:nvCxnSpPr>
        <p:spPr>
          <a:xfrm rot="5307428">
            <a:off x="4568117" y="358381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直接连接符 313"/>
          <p:cNvCxnSpPr/>
          <p:nvPr/>
        </p:nvCxnSpPr>
        <p:spPr>
          <a:xfrm rot="5523429">
            <a:off x="4567658" y="368593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直接连接符 314"/>
          <p:cNvCxnSpPr/>
          <p:nvPr/>
        </p:nvCxnSpPr>
        <p:spPr>
          <a:xfrm rot="5739428">
            <a:off x="4560789" y="378782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直接连接符 315"/>
          <p:cNvCxnSpPr/>
          <p:nvPr/>
        </p:nvCxnSpPr>
        <p:spPr>
          <a:xfrm rot="5955428">
            <a:off x="4547534" y="388908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直接连接符 316"/>
          <p:cNvCxnSpPr/>
          <p:nvPr/>
        </p:nvCxnSpPr>
        <p:spPr>
          <a:xfrm rot="6171428">
            <a:off x="4527949" y="39893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接连接符 317"/>
          <p:cNvCxnSpPr/>
          <p:nvPr/>
        </p:nvCxnSpPr>
        <p:spPr>
          <a:xfrm rot="6387428">
            <a:off x="4502108" y="40881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直接连接符 318"/>
          <p:cNvCxnSpPr/>
          <p:nvPr/>
        </p:nvCxnSpPr>
        <p:spPr>
          <a:xfrm rot="6603429">
            <a:off x="4470115" y="418509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直接连接符 319"/>
          <p:cNvCxnSpPr/>
          <p:nvPr/>
        </p:nvCxnSpPr>
        <p:spPr>
          <a:xfrm rot="6819428">
            <a:off x="4432095" y="427987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直接连接符 320"/>
          <p:cNvCxnSpPr/>
          <p:nvPr/>
        </p:nvCxnSpPr>
        <p:spPr>
          <a:xfrm rot="7035428">
            <a:off x="4388199" y="43720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接连接符 321"/>
          <p:cNvCxnSpPr/>
          <p:nvPr/>
        </p:nvCxnSpPr>
        <p:spPr>
          <a:xfrm rot="7251428">
            <a:off x="4338600" y="446134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直接连接符 322"/>
          <p:cNvCxnSpPr/>
          <p:nvPr/>
        </p:nvCxnSpPr>
        <p:spPr>
          <a:xfrm rot="7467428">
            <a:off x="4283494" y="454732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直接连接符 323"/>
          <p:cNvCxnSpPr/>
          <p:nvPr/>
        </p:nvCxnSpPr>
        <p:spPr>
          <a:xfrm rot="7683429">
            <a:off x="4223097" y="462967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直接连接符 324"/>
          <p:cNvCxnSpPr/>
          <p:nvPr/>
        </p:nvCxnSpPr>
        <p:spPr>
          <a:xfrm rot="7899428">
            <a:off x="4157650" y="470806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直接连接符 325"/>
          <p:cNvCxnSpPr/>
          <p:nvPr/>
        </p:nvCxnSpPr>
        <p:spPr>
          <a:xfrm rot="8115428">
            <a:off x="4087408" y="478219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直接连接符 326"/>
          <p:cNvCxnSpPr/>
          <p:nvPr/>
        </p:nvCxnSpPr>
        <p:spPr>
          <a:xfrm rot="8331428">
            <a:off x="4012651" y="485177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直接连接符 327"/>
          <p:cNvCxnSpPr/>
          <p:nvPr/>
        </p:nvCxnSpPr>
        <p:spPr>
          <a:xfrm rot="8547428">
            <a:off x="3933673" y="491651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直接连接符 328"/>
          <p:cNvCxnSpPr/>
          <p:nvPr/>
        </p:nvCxnSpPr>
        <p:spPr>
          <a:xfrm rot="8763428">
            <a:off x="3850785" y="497616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直接连接符 329"/>
          <p:cNvCxnSpPr/>
          <p:nvPr/>
        </p:nvCxnSpPr>
        <p:spPr>
          <a:xfrm rot="8979428">
            <a:off x="3764316" y="503050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直接连接符 330"/>
          <p:cNvCxnSpPr/>
          <p:nvPr/>
        </p:nvCxnSpPr>
        <p:spPr>
          <a:xfrm rot="9195428">
            <a:off x="3674605" y="507929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直接连接符 331"/>
          <p:cNvCxnSpPr/>
          <p:nvPr/>
        </p:nvCxnSpPr>
        <p:spPr>
          <a:xfrm rot="9411428">
            <a:off x="3582008" y="512236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直接连接符 332"/>
          <p:cNvCxnSpPr/>
          <p:nvPr/>
        </p:nvCxnSpPr>
        <p:spPr>
          <a:xfrm rot="9627428">
            <a:off x="3486888" y="515953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接连接符 333"/>
          <p:cNvCxnSpPr/>
          <p:nvPr/>
        </p:nvCxnSpPr>
        <p:spPr>
          <a:xfrm rot="9843428">
            <a:off x="3389624" y="519065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连接符 334"/>
          <p:cNvCxnSpPr/>
          <p:nvPr/>
        </p:nvCxnSpPr>
        <p:spPr>
          <a:xfrm rot="10059428">
            <a:off x="3290596" y="521560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直接连接符 335"/>
          <p:cNvCxnSpPr/>
          <p:nvPr/>
        </p:nvCxnSpPr>
        <p:spPr>
          <a:xfrm rot="10275428">
            <a:off x="3190198" y="523429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接连接符 336"/>
          <p:cNvCxnSpPr/>
          <p:nvPr/>
        </p:nvCxnSpPr>
        <p:spPr>
          <a:xfrm rot="10491429">
            <a:off x="3088823" y="524663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接连接符 337"/>
          <p:cNvCxnSpPr/>
          <p:nvPr/>
        </p:nvCxnSpPr>
        <p:spPr>
          <a:xfrm rot="10707427">
            <a:off x="2986875" y="525258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直接连接符 338"/>
          <p:cNvCxnSpPr/>
          <p:nvPr/>
        </p:nvCxnSpPr>
        <p:spPr>
          <a:xfrm rot="10923428">
            <a:off x="2884753" y="525213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直接连接符 339"/>
          <p:cNvCxnSpPr/>
          <p:nvPr/>
        </p:nvCxnSpPr>
        <p:spPr>
          <a:xfrm rot="11139428">
            <a:off x="2782862" y="524526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直接连接符 340"/>
          <p:cNvCxnSpPr/>
          <p:nvPr/>
        </p:nvCxnSpPr>
        <p:spPr>
          <a:xfrm rot="11355428">
            <a:off x="2681603" y="523200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直接连接符 341"/>
          <p:cNvCxnSpPr/>
          <p:nvPr/>
        </p:nvCxnSpPr>
        <p:spPr>
          <a:xfrm rot="11571429">
            <a:off x="2581376" y="521242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直接连接符 342"/>
          <p:cNvCxnSpPr/>
          <p:nvPr/>
        </p:nvCxnSpPr>
        <p:spPr>
          <a:xfrm rot="11787427">
            <a:off x="2482577" y="518658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直接连接符 343"/>
          <p:cNvCxnSpPr/>
          <p:nvPr/>
        </p:nvCxnSpPr>
        <p:spPr>
          <a:xfrm rot="12003428">
            <a:off x="2385595" y="515458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直接连接符 344"/>
          <p:cNvCxnSpPr/>
          <p:nvPr/>
        </p:nvCxnSpPr>
        <p:spPr>
          <a:xfrm rot="12219428">
            <a:off x="2290813" y="511656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直接连接符 345"/>
          <p:cNvCxnSpPr/>
          <p:nvPr/>
        </p:nvCxnSpPr>
        <p:spPr>
          <a:xfrm rot="12435428">
            <a:off x="2198606" y="507267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直接连接符 346"/>
          <p:cNvCxnSpPr/>
          <p:nvPr/>
        </p:nvCxnSpPr>
        <p:spPr>
          <a:xfrm rot="12651429">
            <a:off x="2109337" y="502307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直接连接符 347"/>
          <p:cNvCxnSpPr/>
          <p:nvPr/>
        </p:nvCxnSpPr>
        <p:spPr>
          <a:xfrm rot="12867427">
            <a:off x="2023359" y="496796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直接连接符 348"/>
          <p:cNvCxnSpPr/>
          <p:nvPr/>
        </p:nvCxnSpPr>
        <p:spPr>
          <a:xfrm rot="13083428">
            <a:off x="1941010" y="490757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直接连接符 349"/>
          <p:cNvCxnSpPr/>
          <p:nvPr/>
        </p:nvCxnSpPr>
        <p:spPr>
          <a:xfrm rot="13299428">
            <a:off x="1862616" y="484212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直接连接符 350"/>
          <p:cNvCxnSpPr/>
          <p:nvPr/>
        </p:nvCxnSpPr>
        <p:spPr>
          <a:xfrm rot="13515428">
            <a:off x="1788486" y="477188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直接连接符 351"/>
          <p:cNvCxnSpPr/>
          <p:nvPr/>
        </p:nvCxnSpPr>
        <p:spPr>
          <a:xfrm rot="13731429">
            <a:off x="1718913" y="469712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直接连接符 352"/>
          <p:cNvCxnSpPr/>
          <p:nvPr/>
        </p:nvCxnSpPr>
        <p:spPr>
          <a:xfrm rot="13947427">
            <a:off x="1654172" y="461814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连接符 353"/>
          <p:cNvCxnSpPr/>
          <p:nvPr/>
        </p:nvCxnSpPr>
        <p:spPr>
          <a:xfrm rot="14163428">
            <a:off x="1594517" y="453525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直接连接符 354"/>
          <p:cNvCxnSpPr/>
          <p:nvPr/>
        </p:nvCxnSpPr>
        <p:spPr>
          <a:xfrm rot="14379428">
            <a:off x="1540184" y="444878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直接连接符 355"/>
          <p:cNvCxnSpPr/>
          <p:nvPr/>
        </p:nvCxnSpPr>
        <p:spPr>
          <a:xfrm rot="14595428">
            <a:off x="1491388" y="435907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接连接符 356"/>
          <p:cNvCxnSpPr/>
          <p:nvPr/>
        </p:nvCxnSpPr>
        <p:spPr>
          <a:xfrm rot="14811429">
            <a:off x="1448321" y="426648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直接连接符 357"/>
          <p:cNvCxnSpPr/>
          <p:nvPr/>
        </p:nvCxnSpPr>
        <p:spPr>
          <a:xfrm rot="15027427">
            <a:off x="1411154" y="417136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直接连接符 358"/>
          <p:cNvCxnSpPr/>
          <p:nvPr/>
        </p:nvCxnSpPr>
        <p:spPr>
          <a:xfrm rot="15243428">
            <a:off x="1380033" y="407409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直接连接符 359"/>
          <p:cNvCxnSpPr/>
          <p:nvPr/>
        </p:nvCxnSpPr>
        <p:spPr>
          <a:xfrm rot="15459428">
            <a:off x="1355080" y="397506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直接连接符 360"/>
          <p:cNvCxnSpPr/>
          <p:nvPr/>
        </p:nvCxnSpPr>
        <p:spPr>
          <a:xfrm rot="15675428">
            <a:off x="1336395" y="387467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直接连接符 361"/>
          <p:cNvCxnSpPr/>
          <p:nvPr/>
        </p:nvCxnSpPr>
        <p:spPr>
          <a:xfrm rot="15891429">
            <a:off x="1324050" y="377329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直接连接符 362"/>
          <p:cNvCxnSpPr/>
          <p:nvPr/>
        </p:nvCxnSpPr>
        <p:spPr>
          <a:xfrm rot="16107427">
            <a:off x="1318095" y="367134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直接连接符 363"/>
          <p:cNvCxnSpPr/>
          <p:nvPr/>
        </p:nvCxnSpPr>
        <p:spPr>
          <a:xfrm rot="16323428">
            <a:off x="1318554" y="356922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直接连接符 364"/>
          <p:cNvCxnSpPr/>
          <p:nvPr/>
        </p:nvCxnSpPr>
        <p:spPr>
          <a:xfrm rot="16539428">
            <a:off x="1325423" y="346733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直接连接符 365"/>
          <p:cNvCxnSpPr/>
          <p:nvPr/>
        </p:nvCxnSpPr>
        <p:spPr>
          <a:xfrm rot="16755428">
            <a:off x="1338677" y="336607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弧形 15"/>
          <p:cNvSpPr/>
          <p:nvPr/>
        </p:nvSpPr>
        <p:spPr>
          <a:xfrm>
            <a:off x="1112520" y="1903730"/>
            <a:ext cx="3617595" cy="3636010"/>
          </a:xfrm>
          <a:prstGeom prst="arc">
            <a:avLst>
              <a:gd name="adj1" fmla="val 15783380"/>
              <a:gd name="adj2" fmla="val 12488134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0" name="任意多边形: 形状 369"/>
          <p:cNvSpPr/>
          <p:nvPr/>
        </p:nvSpPr>
        <p:spPr>
          <a:xfrm>
            <a:off x="6823943" y="3884039"/>
            <a:ext cx="103694" cy="18854"/>
          </a:xfrm>
          <a:custGeom>
            <a:avLst/>
            <a:gdLst>
              <a:gd name="connsiteX0" fmla="*/ 103694 w 103694"/>
              <a:gd name="connsiteY0" fmla="*/ 18854 h 18854"/>
              <a:gd name="connsiteX1" fmla="*/ 0 w 103694"/>
              <a:gd name="connsiteY1" fmla="*/ 0 h 18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694" h="18854">
                <a:moveTo>
                  <a:pt x="103694" y="18854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弧形 9"/>
          <p:cNvSpPr/>
          <p:nvPr/>
        </p:nvSpPr>
        <p:spPr>
          <a:xfrm rot="12761059">
            <a:off x="332806" y="244897"/>
            <a:ext cx="720000" cy="72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/>
          <p:cNvSpPr/>
          <p:nvPr/>
        </p:nvSpPr>
        <p:spPr>
          <a:xfrm>
            <a:off x="242806" y="154897"/>
            <a:ext cx="900000" cy="90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72847" y="312510"/>
            <a:ext cx="635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02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800000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1320799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666344" y="312510"/>
            <a:ext cx="20574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基于</a:t>
            </a:r>
            <a:r>
              <a:rPr lang="en-US" altLang="zh-CN" sz="3200" dirty="0">
                <a:solidFill>
                  <a:schemeClr val="bg1"/>
                </a:solidFill>
              </a:rPr>
              <a:t>React</a:t>
            </a:r>
            <a:endParaRPr lang="en-US" altLang="zh-CN" sz="3200" dirty="0">
              <a:solidFill>
                <a:schemeClr val="bg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769610" y="2715260"/>
            <a:ext cx="629539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使用JavaScript和React编写原生移动应用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React Native使你只使用JavaScript也能编写原生移动应用。 它在设计原理上和React一致，通过声明式的组件机制来搭建丰富多彩的用户界面。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69610" y="1994535"/>
            <a:ext cx="2736850" cy="539750"/>
            <a:chOff x="6823943" y="1118892"/>
            <a:chExt cx="2217137" cy="540000"/>
          </a:xfrm>
        </p:grpSpPr>
        <p:sp>
          <p:nvSpPr>
            <p:cNvPr id="21" name="矩形: 圆角 20"/>
            <p:cNvSpPr/>
            <p:nvPr/>
          </p:nvSpPr>
          <p:spPr>
            <a:xfrm>
              <a:off x="6823943" y="1118892"/>
              <a:ext cx="2016000" cy="540000"/>
            </a:xfrm>
            <a:prstGeom prst="roundRect">
              <a:avLst/>
            </a:prstGeom>
            <a:solidFill>
              <a:schemeClr val="tx1">
                <a:lumMod val="75000"/>
                <a:lumOff val="25000"/>
                <a:alpha val="39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823943" y="1131598"/>
              <a:ext cx="2217137" cy="522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</a:rPr>
                <a:t>React</a:t>
              </a:r>
              <a:endParaRPr lang="en-US" altLang="zh-CN" sz="2800" dirty="0">
                <a:solidFill>
                  <a:schemeClr val="bg1"/>
                </a:solidFill>
              </a:endParaRPr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6823943" y="1361465"/>
              <a:ext cx="103694" cy="18854"/>
            </a:xfrm>
            <a:custGeom>
              <a:avLst/>
              <a:gdLst>
                <a:gd name="connsiteX0" fmla="*/ 103694 w 103694"/>
                <a:gd name="connsiteY0" fmla="*/ 18854 h 18854"/>
                <a:gd name="connsiteX1" fmla="*/ 0 w 103694"/>
                <a:gd name="connsiteY1" fmla="*/ 0 h 18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694" h="18854">
                  <a:moveTo>
                    <a:pt x="103694" y="18854"/>
                  </a:moveTo>
                  <a:lnTo>
                    <a:pt x="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椭圆 5"/>
          <p:cNvSpPr/>
          <p:nvPr/>
        </p:nvSpPr>
        <p:spPr>
          <a:xfrm>
            <a:off x="1413106" y="2193552"/>
            <a:ext cx="3060000" cy="3060000"/>
          </a:xfrm>
          <a:prstGeom prst="ellipse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7" name="直接连接符 166"/>
          <p:cNvCxnSpPr/>
          <p:nvPr/>
        </p:nvCxnSpPr>
        <p:spPr>
          <a:xfrm rot="-5340000">
            <a:off x="1317506" y="36275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/>
          <p:cNvCxnSpPr/>
          <p:nvPr/>
        </p:nvCxnSpPr>
        <p:spPr>
          <a:xfrm rot="-5124000">
            <a:off x="1320714" y="352550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/>
          <p:nvPr/>
        </p:nvCxnSpPr>
        <p:spPr>
          <a:xfrm rot="-4908000">
            <a:off x="1330324" y="342383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rot="-4692000">
            <a:off x="1346300" y="332297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/>
          <p:cNvCxnSpPr/>
          <p:nvPr/>
        </p:nvCxnSpPr>
        <p:spPr>
          <a:xfrm rot="-4476000">
            <a:off x="1368577" y="32233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/>
          <p:cNvCxnSpPr/>
          <p:nvPr/>
        </p:nvCxnSpPr>
        <p:spPr>
          <a:xfrm rot="-4260000">
            <a:off x="1397068" y="312524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>
          <a:xfrm rot="-4044000">
            <a:off x="1431661" y="302915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/>
        </p:nvCxnSpPr>
        <p:spPr>
          <a:xfrm rot="-3828000">
            <a:off x="1472219" y="293543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/>
        </p:nvCxnSpPr>
        <p:spPr>
          <a:xfrm rot="-3612000">
            <a:off x="1518582" y="284444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连接符 189"/>
          <p:cNvCxnSpPr/>
          <p:nvPr/>
        </p:nvCxnSpPr>
        <p:spPr>
          <a:xfrm rot="-372000">
            <a:off x="2739364" y="201479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连接符 190"/>
          <p:cNvCxnSpPr/>
          <p:nvPr/>
        </p:nvCxnSpPr>
        <p:spPr>
          <a:xfrm rot="-156000">
            <a:off x="2841033" y="200518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连接符 191"/>
          <p:cNvCxnSpPr/>
          <p:nvPr/>
        </p:nvCxnSpPr>
        <p:spPr>
          <a:xfrm rot="60000">
            <a:off x="2943106" y="20019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rot="276000">
            <a:off x="3045178" y="200518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连接符 193"/>
          <p:cNvCxnSpPr/>
          <p:nvPr/>
        </p:nvCxnSpPr>
        <p:spPr>
          <a:xfrm rot="492000">
            <a:off x="3146847" y="201479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/>
          <p:cNvCxnSpPr/>
          <p:nvPr/>
        </p:nvCxnSpPr>
        <p:spPr>
          <a:xfrm rot="708000">
            <a:off x="3247713" y="203077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/>
          <p:cNvCxnSpPr/>
          <p:nvPr/>
        </p:nvCxnSpPr>
        <p:spPr>
          <a:xfrm rot="924000">
            <a:off x="3347376" y="205305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/>
          <p:nvPr/>
        </p:nvCxnSpPr>
        <p:spPr>
          <a:xfrm rot="1140000">
            <a:off x="3445444" y="208154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/>
        </p:nvCxnSpPr>
        <p:spPr>
          <a:xfrm rot="1356000">
            <a:off x="3541529" y="211613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1572000">
            <a:off x="3635253" y="215669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连接符 199"/>
          <p:cNvCxnSpPr/>
          <p:nvPr/>
        </p:nvCxnSpPr>
        <p:spPr>
          <a:xfrm rot="1788000">
            <a:off x="3726245" y="220305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连接符 200"/>
          <p:cNvCxnSpPr/>
          <p:nvPr/>
        </p:nvCxnSpPr>
        <p:spPr>
          <a:xfrm rot="2004000">
            <a:off x="3814146" y="225503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/>
          <p:cNvCxnSpPr/>
          <p:nvPr/>
        </p:nvCxnSpPr>
        <p:spPr>
          <a:xfrm rot="2220000">
            <a:off x="3898610" y="231244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/>
          <p:cNvCxnSpPr/>
          <p:nvPr/>
        </p:nvCxnSpPr>
        <p:spPr>
          <a:xfrm rot="2435999">
            <a:off x="3979302" y="237503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 rot="2652000">
            <a:off x="4055906" y="244256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/>
          <p:cNvCxnSpPr/>
          <p:nvPr/>
        </p:nvCxnSpPr>
        <p:spPr>
          <a:xfrm rot="2868000">
            <a:off x="4128117" y="25147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连接符 205"/>
          <p:cNvCxnSpPr/>
          <p:nvPr/>
        </p:nvCxnSpPr>
        <p:spPr>
          <a:xfrm rot="3084000">
            <a:off x="4195652" y="259138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 rot="3300000">
            <a:off x="4258244" y="267207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连接符 207"/>
          <p:cNvCxnSpPr/>
          <p:nvPr/>
        </p:nvCxnSpPr>
        <p:spPr>
          <a:xfrm rot="3515999">
            <a:off x="4315645" y="275653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连接符 208"/>
          <p:cNvCxnSpPr/>
          <p:nvPr/>
        </p:nvCxnSpPr>
        <p:spPr>
          <a:xfrm rot="3732000">
            <a:off x="4367630" y="284444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连接符 209"/>
          <p:cNvCxnSpPr/>
          <p:nvPr/>
        </p:nvCxnSpPr>
        <p:spPr>
          <a:xfrm rot="3948000">
            <a:off x="4413993" y="293543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/>
          <p:cNvCxnSpPr/>
          <p:nvPr/>
        </p:nvCxnSpPr>
        <p:spPr>
          <a:xfrm rot="4164000">
            <a:off x="4454551" y="302915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/>
          <p:cNvCxnSpPr/>
          <p:nvPr/>
        </p:nvCxnSpPr>
        <p:spPr>
          <a:xfrm rot="4380000">
            <a:off x="4489143" y="312524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连接符 212"/>
          <p:cNvCxnSpPr/>
          <p:nvPr/>
        </p:nvCxnSpPr>
        <p:spPr>
          <a:xfrm rot="4595999">
            <a:off x="4517635" y="32233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连接符 213"/>
          <p:cNvCxnSpPr/>
          <p:nvPr/>
        </p:nvCxnSpPr>
        <p:spPr>
          <a:xfrm rot="4812000">
            <a:off x="4539912" y="332297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连接符 214"/>
          <p:cNvCxnSpPr/>
          <p:nvPr/>
        </p:nvCxnSpPr>
        <p:spPr>
          <a:xfrm rot="5027999">
            <a:off x="4555887" y="342383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连接符 215"/>
          <p:cNvCxnSpPr/>
          <p:nvPr/>
        </p:nvCxnSpPr>
        <p:spPr>
          <a:xfrm rot="5244000">
            <a:off x="4565498" y="352550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连接符 216"/>
          <p:cNvCxnSpPr/>
          <p:nvPr/>
        </p:nvCxnSpPr>
        <p:spPr>
          <a:xfrm rot="5460000">
            <a:off x="4568706" y="36275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连接符 217"/>
          <p:cNvCxnSpPr/>
          <p:nvPr/>
        </p:nvCxnSpPr>
        <p:spPr>
          <a:xfrm rot="5675999">
            <a:off x="4565498" y="372965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连接符 218"/>
          <p:cNvCxnSpPr/>
          <p:nvPr/>
        </p:nvCxnSpPr>
        <p:spPr>
          <a:xfrm rot="5892000">
            <a:off x="4555887" y="383132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连接符 219"/>
          <p:cNvCxnSpPr/>
          <p:nvPr/>
        </p:nvCxnSpPr>
        <p:spPr>
          <a:xfrm rot="6107999">
            <a:off x="4539912" y="393218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/>
          <p:cNvCxnSpPr/>
          <p:nvPr/>
        </p:nvCxnSpPr>
        <p:spPr>
          <a:xfrm rot="6324000">
            <a:off x="4517635" y="403184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连接符 221"/>
          <p:cNvCxnSpPr/>
          <p:nvPr/>
        </p:nvCxnSpPr>
        <p:spPr>
          <a:xfrm rot="6540000">
            <a:off x="4489143" y="41299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/>
          <p:cNvCxnSpPr/>
          <p:nvPr/>
        </p:nvCxnSpPr>
        <p:spPr>
          <a:xfrm rot="6755999">
            <a:off x="4454551" y="422600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连接符 223"/>
          <p:cNvCxnSpPr/>
          <p:nvPr/>
        </p:nvCxnSpPr>
        <p:spPr>
          <a:xfrm rot="6972000">
            <a:off x="4413993" y="431972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连接符 224"/>
          <p:cNvCxnSpPr/>
          <p:nvPr/>
        </p:nvCxnSpPr>
        <p:spPr>
          <a:xfrm rot="7187999">
            <a:off x="4367630" y="44107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/>
          <p:nvPr/>
        </p:nvCxnSpPr>
        <p:spPr>
          <a:xfrm rot="7404000">
            <a:off x="4315645" y="449861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/>
          <p:cNvCxnSpPr/>
          <p:nvPr/>
        </p:nvCxnSpPr>
        <p:spPr>
          <a:xfrm rot="7620000">
            <a:off x="4258244" y="458308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227"/>
          <p:cNvCxnSpPr/>
          <p:nvPr/>
        </p:nvCxnSpPr>
        <p:spPr>
          <a:xfrm rot="7835999">
            <a:off x="4195652" y="466377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连接符 228"/>
          <p:cNvCxnSpPr/>
          <p:nvPr/>
        </p:nvCxnSpPr>
        <p:spPr>
          <a:xfrm rot="8052000">
            <a:off x="4128117" y="474037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/>
          <p:cNvCxnSpPr/>
          <p:nvPr/>
        </p:nvCxnSpPr>
        <p:spPr>
          <a:xfrm rot="8267999">
            <a:off x="4055906" y="481259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/>
          <p:cNvCxnSpPr/>
          <p:nvPr/>
        </p:nvCxnSpPr>
        <p:spPr>
          <a:xfrm rot="8484000">
            <a:off x="3979302" y="488012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/>
          <p:cNvCxnSpPr/>
          <p:nvPr/>
        </p:nvCxnSpPr>
        <p:spPr>
          <a:xfrm rot="8700000">
            <a:off x="3898610" y="49427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/>
          <p:cNvCxnSpPr/>
          <p:nvPr/>
        </p:nvCxnSpPr>
        <p:spPr>
          <a:xfrm rot="8915999">
            <a:off x="3814146" y="500011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/>
          <p:cNvCxnSpPr/>
          <p:nvPr/>
        </p:nvCxnSpPr>
        <p:spPr>
          <a:xfrm rot="9132000">
            <a:off x="3726245" y="505210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连接符 234"/>
          <p:cNvCxnSpPr/>
          <p:nvPr/>
        </p:nvCxnSpPr>
        <p:spPr>
          <a:xfrm rot="9347999">
            <a:off x="3635253" y="509846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/>
          <p:cNvCxnSpPr/>
          <p:nvPr/>
        </p:nvCxnSpPr>
        <p:spPr>
          <a:xfrm rot="9564000">
            <a:off x="3541529" y="513902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/>
          <p:cNvCxnSpPr/>
          <p:nvPr/>
        </p:nvCxnSpPr>
        <p:spPr>
          <a:xfrm rot="9780000">
            <a:off x="3445444" y="517361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/>
          <p:cNvCxnSpPr/>
          <p:nvPr/>
        </p:nvCxnSpPr>
        <p:spPr>
          <a:xfrm rot="9995999">
            <a:off x="3347376" y="52021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连接符 238"/>
          <p:cNvCxnSpPr/>
          <p:nvPr/>
        </p:nvCxnSpPr>
        <p:spPr>
          <a:xfrm rot="10211999">
            <a:off x="3247713" y="522438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连接符 239"/>
          <p:cNvCxnSpPr/>
          <p:nvPr/>
        </p:nvCxnSpPr>
        <p:spPr>
          <a:xfrm rot="10427999">
            <a:off x="3146848" y="524036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连接符 240"/>
          <p:cNvCxnSpPr/>
          <p:nvPr/>
        </p:nvCxnSpPr>
        <p:spPr>
          <a:xfrm rot="10644000">
            <a:off x="3045178" y="524997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连接符 241"/>
          <p:cNvCxnSpPr/>
          <p:nvPr/>
        </p:nvCxnSpPr>
        <p:spPr>
          <a:xfrm rot="10860000">
            <a:off x="2943106" y="52531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连接符 242"/>
          <p:cNvCxnSpPr/>
          <p:nvPr/>
        </p:nvCxnSpPr>
        <p:spPr>
          <a:xfrm rot="11076000">
            <a:off x="2841033" y="524997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连接符 243"/>
          <p:cNvCxnSpPr/>
          <p:nvPr/>
        </p:nvCxnSpPr>
        <p:spPr>
          <a:xfrm rot="11291999">
            <a:off x="2739365" y="524036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连接符 244"/>
          <p:cNvCxnSpPr/>
          <p:nvPr/>
        </p:nvCxnSpPr>
        <p:spPr>
          <a:xfrm rot="11507999">
            <a:off x="2638499" y="522438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连接符 245"/>
          <p:cNvCxnSpPr/>
          <p:nvPr/>
        </p:nvCxnSpPr>
        <p:spPr>
          <a:xfrm rot="11724000">
            <a:off x="2538836" y="52021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连接符 246"/>
          <p:cNvCxnSpPr/>
          <p:nvPr/>
        </p:nvCxnSpPr>
        <p:spPr>
          <a:xfrm rot="11940000">
            <a:off x="2440768" y="517361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连接符 247"/>
          <p:cNvCxnSpPr/>
          <p:nvPr/>
        </p:nvCxnSpPr>
        <p:spPr>
          <a:xfrm rot="12156000">
            <a:off x="2344682" y="513902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接连接符 248"/>
          <p:cNvCxnSpPr/>
          <p:nvPr/>
        </p:nvCxnSpPr>
        <p:spPr>
          <a:xfrm rot="12371999">
            <a:off x="2250960" y="509846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连接符 249"/>
          <p:cNvCxnSpPr/>
          <p:nvPr/>
        </p:nvCxnSpPr>
        <p:spPr>
          <a:xfrm rot="12587999">
            <a:off x="2159967" y="505210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连接符 250"/>
          <p:cNvCxnSpPr/>
          <p:nvPr/>
        </p:nvCxnSpPr>
        <p:spPr>
          <a:xfrm rot="12804000">
            <a:off x="2072066" y="500011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连接符 251"/>
          <p:cNvCxnSpPr/>
          <p:nvPr/>
        </p:nvCxnSpPr>
        <p:spPr>
          <a:xfrm rot="13020000">
            <a:off x="1987602" y="49427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连接符 252"/>
          <p:cNvCxnSpPr/>
          <p:nvPr/>
        </p:nvCxnSpPr>
        <p:spPr>
          <a:xfrm rot="13236000">
            <a:off x="1906909" y="488012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连接符 253"/>
          <p:cNvCxnSpPr/>
          <p:nvPr/>
        </p:nvCxnSpPr>
        <p:spPr>
          <a:xfrm rot="13451999">
            <a:off x="1830306" y="481259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连接符 254"/>
          <p:cNvCxnSpPr/>
          <p:nvPr/>
        </p:nvCxnSpPr>
        <p:spPr>
          <a:xfrm rot="13667999">
            <a:off x="1758095" y="47403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连接符 255"/>
          <p:cNvCxnSpPr/>
          <p:nvPr/>
        </p:nvCxnSpPr>
        <p:spPr>
          <a:xfrm rot="13884000">
            <a:off x="1690560" y="466377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接连接符 256"/>
          <p:cNvCxnSpPr/>
          <p:nvPr/>
        </p:nvCxnSpPr>
        <p:spPr>
          <a:xfrm rot="14100000">
            <a:off x="1627968" y="458308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连接符 257"/>
          <p:cNvCxnSpPr/>
          <p:nvPr/>
        </p:nvCxnSpPr>
        <p:spPr>
          <a:xfrm rot="14316000">
            <a:off x="1570566" y="449861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连接符 258"/>
          <p:cNvCxnSpPr/>
          <p:nvPr/>
        </p:nvCxnSpPr>
        <p:spPr>
          <a:xfrm rot="14531999">
            <a:off x="1518582" y="441071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连接符 259"/>
          <p:cNvCxnSpPr/>
          <p:nvPr/>
        </p:nvCxnSpPr>
        <p:spPr>
          <a:xfrm rot="14747999">
            <a:off x="1472219" y="431972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/>
          <p:cNvCxnSpPr/>
          <p:nvPr/>
        </p:nvCxnSpPr>
        <p:spPr>
          <a:xfrm rot="14964000">
            <a:off x="1431661" y="422600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接连接符 261"/>
          <p:cNvCxnSpPr/>
          <p:nvPr/>
        </p:nvCxnSpPr>
        <p:spPr>
          <a:xfrm rot="15180000">
            <a:off x="1397068" y="41299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连接符 262"/>
          <p:cNvCxnSpPr/>
          <p:nvPr/>
        </p:nvCxnSpPr>
        <p:spPr>
          <a:xfrm rot="15395999">
            <a:off x="1368577" y="403185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接连接符 263"/>
          <p:cNvCxnSpPr/>
          <p:nvPr/>
        </p:nvCxnSpPr>
        <p:spPr>
          <a:xfrm rot="15611999">
            <a:off x="1346300" y="393218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接连接符 264"/>
          <p:cNvCxnSpPr/>
          <p:nvPr/>
        </p:nvCxnSpPr>
        <p:spPr>
          <a:xfrm rot="15827999">
            <a:off x="1330324" y="383132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接连接符 265"/>
          <p:cNvCxnSpPr/>
          <p:nvPr/>
        </p:nvCxnSpPr>
        <p:spPr>
          <a:xfrm rot="16044000">
            <a:off x="1320714" y="372965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接连接符 266"/>
          <p:cNvCxnSpPr/>
          <p:nvPr/>
        </p:nvCxnSpPr>
        <p:spPr>
          <a:xfrm rot="-4628572">
            <a:off x="1358263" y="326584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接连接符 267"/>
          <p:cNvCxnSpPr/>
          <p:nvPr/>
        </p:nvCxnSpPr>
        <p:spPr>
          <a:xfrm rot="-4412572">
            <a:off x="1384104" y="316705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直接连接符 268"/>
          <p:cNvCxnSpPr/>
          <p:nvPr/>
        </p:nvCxnSpPr>
        <p:spPr>
          <a:xfrm rot="-4196571">
            <a:off x="1416097" y="307006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连接符 269"/>
          <p:cNvCxnSpPr/>
          <p:nvPr/>
        </p:nvCxnSpPr>
        <p:spPr>
          <a:xfrm rot="-3980571">
            <a:off x="1454116" y="297528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连接符 270"/>
          <p:cNvCxnSpPr/>
          <p:nvPr/>
        </p:nvCxnSpPr>
        <p:spPr>
          <a:xfrm rot="-3764572">
            <a:off x="1498012" y="28830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直接连接符 286"/>
          <p:cNvCxnSpPr/>
          <p:nvPr/>
        </p:nvCxnSpPr>
        <p:spPr>
          <a:xfrm rot="-308572">
            <a:off x="2797388" y="200852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接连接符 287"/>
          <p:cNvCxnSpPr/>
          <p:nvPr/>
        </p:nvCxnSpPr>
        <p:spPr>
          <a:xfrm rot="-92572">
            <a:off x="2899337" y="200256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直接连接符 288"/>
          <p:cNvCxnSpPr/>
          <p:nvPr/>
        </p:nvCxnSpPr>
        <p:spPr>
          <a:xfrm rot="123429">
            <a:off x="3001459" y="200302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接连接符 289"/>
          <p:cNvCxnSpPr/>
          <p:nvPr/>
        </p:nvCxnSpPr>
        <p:spPr>
          <a:xfrm rot="339429">
            <a:off x="3103350" y="200989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直接连接符 290"/>
          <p:cNvCxnSpPr/>
          <p:nvPr/>
        </p:nvCxnSpPr>
        <p:spPr>
          <a:xfrm rot="555428">
            <a:off x="3204609" y="202315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接连接符 291"/>
          <p:cNvCxnSpPr/>
          <p:nvPr/>
        </p:nvCxnSpPr>
        <p:spPr>
          <a:xfrm rot="771428">
            <a:off x="3304836" y="204273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接连接符 292"/>
          <p:cNvCxnSpPr/>
          <p:nvPr/>
        </p:nvCxnSpPr>
        <p:spPr>
          <a:xfrm rot="987428">
            <a:off x="3403635" y="206857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直接连接符 293"/>
          <p:cNvCxnSpPr/>
          <p:nvPr/>
        </p:nvCxnSpPr>
        <p:spPr>
          <a:xfrm rot="1203428">
            <a:off x="3500617" y="210057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接连接符 294"/>
          <p:cNvCxnSpPr/>
          <p:nvPr/>
        </p:nvCxnSpPr>
        <p:spPr>
          <a:xfrm rot="1419429">
            <a:off x="3595399" y="213858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直接连接符 295"/>
          <p:cNvCxnSpPr/>
          <p:nvPr/>
        </p:nvCxnSpPr>
        <p:spPr>
          <a:xfrm rot="1635428">
            <a:off x="3687606" y="218248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接连接符 296"/>
          <p:cNvCxnSpPr/>
          <p:nvPr/>
        </p:nvCxnSpPr>
        <p:spPr>
          <a:xfrm rot="1851428">
            <a:off x="3776875" y="223208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直接连接符 297"/>
          <p:cNvCxnSpPr/>
          <p:nvPr/>
        </p:nvCxnSpPr>
        <p:spPr>
          <a:xfrm rot="2067428">
            <a:off x="3862853" y="228719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直接连接符 298"/>
          <p:cNvCxnSpPr/>
          <p:nvPr/>
        </p:nvCxnSpPr>
        <p:spPr>
          <a:xfrm rot="2283429">
            <a:off x="3945202" y="234758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接连接符 299"/>
          <p:cNvCxnSpPr/>
          <p:nvPr/>
        </p:nvCxnSpPr>
        <p:spPr>
          <a:xfrm rot="2499428">
            <a:off x="4023596" y="241303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直接连接符 300"/>
          <p:cNvCxnSpPr/>
          <p:nvPr/>
        </p:nvCxnSpPr>
        <p:spPr>
          <a:xfrm rot="2715428">
            <a:off x="4097726" y="248327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直接连接符 301"/>
          <p:cNvCxnSpPr/>
          <p:nvPr/>
        </p:nvCxnSpPr>
        <p:spPr>
          <a:xfrm rot="2931428">
            <a:off x="4167299" y="255803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接连接符 302"/>
          <p:cNvCxnSpPr/>
          <p:nvPr/>
        </p:nvCxnSpPr>
        <p:spPr>
          <a:xfrm rot="3147428">
            <a:off x="4232041" y="263701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直接连接符 303"/>
          <p:cNvCxnSpPr/>
          <p:nvPr/>
        </p:nvCxnSpPr>
        <p:spPr>
          <a:xfrm rot="3363429">
            <a:off x="4291695" y="271989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直接连接符 304"/>
          <p:cNvCxnSpPr/>
          <p:nvPr/>
        </p:nvCxnSpPr>
        <p:spPr>
          <a:xfrm rot="3579428">
            <a:off x="4346028" y="280636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接连接符 305"/>
          <p:cNvCxnSpPr/>
          <p:nvPr/>
        </p:nvCxnSpPr>
        <p:spPr>
          <a:xfrm rot="3795428">
            <a:off x="4394824" y="289608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直接连接符 306"/>
          <p:cNvCxnSpPr/>
          <p:nvPr/>
        </p:nvCxnSpPr>
        <p:spPr>
          <a:xfrm rot="4011428">
            <a:off x="4437890" y="298867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直接连接符 307"/>
          <p:cNvCxnSpPr/>
          <p:nvPr/>
        </p:nvCxnSpPr>
        <p:spPr>
          <a:xfrm rot="4227428">
            <a:off x="4475057" y="308379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接连接符 308"/>
          <p:cNvCxnSpPr/>
          <p:nvPr/>
        </p:nvCxnSpPr>
        <p:spPr>
          <a:xfrm rot="4443429">
            <a:off x="4506179" y="318106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接连接符 309"/>
          <p:cNvCxnSpPr/>
          <p:nvPr/>
        </p:nvCxnSpPr>
        <p:spPr>
          <a:xfrm rot="4659428">
            <a:off x="4531132" y="328008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接连接符 310"/>
          <p:cNvCxnSpPr/>
          <p:nvPr/>
        </p:nvCxnSpPr>
        <p:spPr>
          <a:xfrm rot="4875428">
            <a:off x="4549817" y="338048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接连接符 311"/>
          <p:cNvCxnSpPr/>
          <p:nvPr/>
        </p:nvCxnSpPr>
        <p:spPr>
          <a:xfrm rot="5091428">
            <a:off x="4562162" y="348186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直接连接符 312"/>
          <p:cNvCxnSpPr/>
          <p:nvPr/>
        </p:nvCxnSpPr>
        <p:spPr>
          <a:xfrm rot="5307428">
            <a:off x="4568117" y="358381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直接连接符 313"/>
          <p:cNvCxnSpPr/>
          <p:nvPr/>
        </p:nvCxnSpPr>
        <p:spPr>
          <a:xfrm rot="5523429">
            <a:off x="4567658" y="368593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直接连接符 314"/>
          <p:cNvCxnSpPr/>
          <p:nvPr/>
        </p:nvCxnSpPr>
        <p:spPr>
          <a:xfrm rot="5739428">
            <a:off x="4560789" y="378782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直接连接符 315"/>
          <p:cNvCxnSpPr/>
          <p:nvPr/>
        </p:nvCxnSpPr>
        <p:spPr>
          <a:xfrm rot="5955428">
            <a:off x="4547534" y="388908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直接连接符 316"/>
          <p:cNvCxnSpPr/>
          <p:nvPr/>
        </p:nvCxnSpPr>
        <p:spPr>
          <a:xfrm rot="6171428">
            <a:off x="4527949" y="39893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接连接符 317"/>
          <p:cNvCxnSpPr/>
          <p:nvPr/>
        </p:nvCxnSpPr>
        <p:spPr>
          <a:xfrm rot="6387428">
            <a:off x="4502108" y="40881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直接连接符 318"/>
          <p:cNvCxnSpPr/>
          <p:nvPr/>
        </p:nvCxnSpPr>
        <p:spPr>
          <a:xfrm rot="6603429">
            <a:off x="4470115" y="418509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直接连接符 319"/>
          <p:cNvCxnSpPr/>
          <p:nvPr/>
        </p:nvCxnSpPr>
        <p:spPr>
          <a:xfrm rot="6819428">
            <a:off x="4432095" y="427987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直接连接符 320"/>
          <p:cNvCxnSpPr/>
          <p:nvPr/>
        </p:nvCxnSpPr>
        <p:spPr>
          <a:xfrm rot="7035428">
            <a:off x="4388199" y="43720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接连接符 321"/>
          <p:cNvCxnSpPr/>
          <p:nvPr/>
        </p:nvCxnSpPr>
        <p:spPr>
          <a:xfrm rot="7251428">
            <a:off x="4338600" y="446134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直接连接符 322"/>
          <p:cNvCxnSpPr/>
          <p:nvPr/>
        </p:nvCxnSpPr>
        <p:spPr>
          <a:xfrm rot="7467428">
            <a:off x="4283494" y="454732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直接连接符 323"/>
          <p:cNvCxnSpPr/>
          <p:nvPr/>
        </p:nvCxnSpPr>
        <p:spPr>
          <a:xfrm rot="7683429">
            <a:off x="4223097" y="462967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直接连接符 324"/>
          <p:cNvCxnSpPr/>
          <p:nvPr/>
        </p:nvCxnSpPr>
        <p:spPr>
          <a:xfrm rot="7899428">
            <a:off x="4157650" y="470806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直接连接符 325"/>
          <p:cNvCxnSpPr/>
          <p:nvPr/>
        </p:nvCxnSpPr>
        <p:spPr>
          <a:xfrm rot="8115428">
            <a:off x="4087408" y="478219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直接连接符 326"/>
          <p:cNvCxnSpPr/>
          <p:nvPr/>
        </p:nvCxnSpPr>
        <p:spPr>
          <a:xfrm rot="8331428">
            <a:off x="4012651" y="485177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直接连接符 327"/>
          <p:cNvCxnSpPr/>
          <p:nvPr/>
        </p:nvCxnSpPr>
        <p:spPr>
          <a:xfrm rot="8547428">
            <a:off x="3933673" y="491651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直接连接符 328"/>
          <p:cNvCxnSpPr/>
          <p:nvPr/>
        </p:nvCxnSpPr>
        <p:spPr>
          <a:xfrm rot="8763428">
            <a:off x="3850785" y="497616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直接连接符 329"/>
          <p:cNvCxnSpPr/>
          <p:nvPr/>
        </p:nvCxnSpPr>
        <p:spPr>
          <a:xfrm rot="8979428">
            <a:off x="3764316" y="503050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直接连接符 330"/>
          <p:cNvCxnSpPr/>
          <p:nvPr/>
        </p:nvCxnSpPr>
        <p:spPr>
          <a:xfrm rot="9195428">
            <a:off x="3674605" y="507929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直接连接符 331"/>
          <p:cNvCxnSpPr/>
          <p:nvPr/>
        </p:nvCxnSpPr>
        <p:spPr>
          <a:xfrm rot="9411428">
            <a:off x="3582008" y="512236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直接连接符 332"/>
          <p:cNvCxnSpPr/>
          <p:nvPr/>
        </p:nvCxnSpPr>
        <p:spPr>
          <a:xfrm rot="9627428">
            <a:off x="3486888" y="515953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接连接符 333"/>
          <p:cNvCxnSpPr/>
          <p:nvPr/>
        </p:nvCxnSpPr>
        <p:spPr>
          <a:xfrm rot="9843428">
            <a:off x="3389624" y="519065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连接符 334"/>
          <p:cNvCxnSpPr/>
          <p:nvPr/>
        </p:nvCxnSpPr>
        <p:spPr>
          <a:xfrm rot="10059428">
            <a:off x="3290596" y="521560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直接连接符 335"/>
          <p:cNvCxnSpPr/>
          <p:nvPr/>
        </p:nvCxnSpPr>
        <p:spPr>
          <a:xfrm rot="10275428">
            <a:off x="3190198" y="523429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接连接符 336"/>
          <p:cNvCxnSpPr/>
          <p:nvPr/>
        </p:nvCxnSpPr>
        <p:spPr>
          <a:xfrm rot="10491429">
            <a:off x="3088823" y="524663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接连接符 337"/>
          <p:cNvCxnSpPr/>
          <p:nvPr/>
        </p:nvCxnSpPr>
        <p:spPr>
          <a:xfrm rot="10707427">
            <a:off x="2986875" y="525258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直接连接符 338"/>
          <p:cNvCxnSpPr/>
          <p:nvPr/>
        </p:nvCxnSpPr>
        <p:spPr>
          <a:xfrm rot="10923428">
            <a:off x="2884753" y="525213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直接连接符 339"/>
          <p:cNvCxnSpPr/>
          <p:nvPr/>
        </p:nvCxnSpPr>
        <p:spPr>
          <a:xfrm rot="11139428">
            <a:off x="2782862" y="524526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直接连接符 340"/>
          <p:cNvCxnSpPr/>
          <p:nvPr/>
        </p:nvCxnSpPr>
        <p:spPr>
          <a:xfrm rot="11355428">
            <a:off x="2681603" y="523200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直接连接符 341"/>
          <p:cNvCxnSpPr/>
          <p:nvPr/>
        </p:nvCxnSpPr>
        <p:spPr>
          <a:xfrm rot="11571429">
            <a:off x="2581376" y="521242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直接连接符 342"/>
          <p:cNvCxnSpPr/>
          <p:nvPr/>
        </p:nvCxnSpPr>
        <p:spPr>
          <a:xfrm rot="11787427">
            <a:off x="2482577" y="518658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直接连接符 343"/>
          <p:cNvCxnSpPr/>
          <p:nvPr/>
        </p:nvCxnSpPr>
        <p:spPr>
          <a:xfrm rot="12003428">
            <a:off x="2385595" y="515458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直接连接符 344"/>
          <p:cNvCxnSpPr/>
          <p:nvPr/>
        </p:nvCxnSpPr>
        <p:spPr>
          <a:xfrm rot="12219428">
            <a:off x="2290813" y="511656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直接连接符 345"/>
          <p:cNvCxnSpPr/>
          <p:nvPr/>
        </p:nvCxnSpPr>
        <p:spPr>
          <a:xfrm rot="12435428">
            <a:off x="2198606" y="507267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直接连接符 346"/>
          <p:cNvCxnSpPr/>
          <p:nvPr/>
        </p:nvCxnSpPr>
        <p:spPr>
          <a:xfrm rot="12651429">
            <a:off x="2109337" y="502307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直接连接符 347"/>
          <p:cNvCxnSpPr/>
          <p:nvPr/>
        </p:nvCxnSpPr>
        <p:spPr>
          <a:xfrm rot="12867427">
            <a:off x="2023359" y="496796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直接连接符 348"/>
          <p:cNvCxnSpPr/>
          <p:nvPr/>
        </p:nvCxnSpPr>
        <p:spPr>
          <a:xfrm rot="13083428">
            <a:off x="1941010" y="490757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直接连接符 349"/>
          <p:cNvCxnSpPr/>
          <p:nvPr/>
        </p:nvCxnSpPr>
        <p:spPr>
          <a:xfrm rot="13299428">
            <a:off x="1862616" y="484212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直接连接符 350"/>
          <p:cNvCxnSpPr/>
          <p:nvPr/>
        </p:nvCxnSpPr>
        <p:spPr>
          <a:xfrm rot="13515428">
            <a:off x="1788486" y="477188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直接连接符 351"/>
          <p:cNvCxnSpPr/>
          <p:nvPr/>
        </p:nvCxnSpPr>
        <p:spPr>
          <a:xfrm rot="13731429">
            <a:off x="1718913" y="469712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直接连接符 352"/>
          <p:cNvCxnSpPr/>
          <p:nvPr/>
        </p:nvCxnSpPr>
        <p:spPr>
          <a:xfrm rot="13947427">
            <a:off x="1654172" y="461814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连接符 353"/>
          <p:cNvCxnSpPr/>
          <p:nvPr/>
        </p:nvCxnSpPr>
        <p:spPr>
          <a:xfrm rot="14163428">
            <a:off x="1594517" y="453525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直接连接符 354"/>
          <p:cNvCxnSpPr/>
          <p:nvPr/>
        </p:nvCxnSpPr>
        <p:spPr>
          <a:xfrm rot="14379428">
            <a:off x="1540184" y="444878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直接连接符 355"/>
          <p:cNvCxnSpPr/>
          <p:nvPr/>
        </p:nvCxnSpPr>
        <p:spPr>
          <a:xfrm rot="14595428">
            <a:off x="1491388" y="435907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接连接符 356"/>
          <p:cNvCxnSpPr/>
          <p:nvPr/>
        </p:nvCxnSpPr>
        <p:spPr>
          <a:xfrm rot="14811429">
            <a:off x="1448321" y="426648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直接连接符 357"/>
          <p:cNvCxnSpPr/>
          <p:nvPr/>
        </p:nvCxnSpPr>
        <p:spPr>
          <a:xfrm rot="15027427">
            <a:off x="1411154" y="417136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直接连接符 358"/>
          <p:cNvCxnSpPr/>
          <p:nvPr/>
        </p:nvCxnSpPr>
        <p:spPr>
          <a:xfrm rot="15243428">
            <a:off x="1380033" y="407409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直接连接符 359"/>
          <p:cNvCxnSpPr/>
          <p:nvPr/>
        </p:nvCxnSpPr>
        <p:spPr>
          <a:xfrm rot="15459428">
            <a:off x="1355080" y="397506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直接连接符 360"/>
          <p:cNvCxnSpPr/>
          <p:nvPr/>
        </p:nvCxnSpPr>
        <p:spPr>
          <a:xfrm rot="15675428">
            <a:off x="1336395" y="387467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直接连接符 361"/>
          <p:cNvCxnSpPr/>
          <p:nvPr/>
        </p:nvCxnSpPr>
        <p:spPr>
          <a:xfrm rot="15891429">
            <a:off x="1324050" y="377329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直接连接符 362"/>
          <p:cNvCxnSpPr/>
          <p:nvPr/>
        </p:nvCxnSpPr>
        <p:spPr>
          <a:xfrm rot="16107427">
            <a:off x="1318095" y="367134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直接连接符 363"/>
          <p:cNvCxnSpPr/>
          <p:nvPr/>
        </p:nvCxnSpPr>
        <p:spPr>
          <a:xfrm rot="16323428">
            <a:off x="1318554" y="356922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直接连接符 364"/>
          <p:cNvCxnSpPr/>
          <p:nvPr/>
        </p:nvCxnSpPr>
        <p:spPr>
          <a:xfrm rot="16539428">
            <a:off x="1325423" y="346733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直接连接符 365"/>
          <p:cNvCxnSpPr/>
          <p:nvPr/>
        </p:nvCxnSpPr>
        <p:spPr>
          <a:xfrm rot="16755428">
            <a:off x="1338677" y="336607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弧形 15"/>
          <p:cNvSpPr/>
          <p:nvPr/>
        </p:nvSpPr>
        <p:spPr>
          <a:xfrm>
            <a:off x="1112520" y="1903730"/>
            <a:ext cx="3617595" cy="3636010"/>
          </a:xfrm>
          <a:prstGeom prst="arc">
            <a:avLst>
              <a:gd name="adj1" fmla="val 15783380"/>
              <a:gd name="adj2" fmla="val 12488134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0" name="任意多边形: 形状 369"/>
          <p:cNvSpPr/>
          <p:nvPr/>
        </p:nvSpPr>
        <p:spPr>
          <a:xfrm>
            <a:off x="6823943" y="4788914"/>
            <a:ext cx="103694" cy="18854"/>
          </a:xfrm>
          <a:custGeom>
            <a:avLst/>
            <a:gdLst>
              <a:gd name="connsiteX0" fmla="*/ 103694 w 103694"/>
              <a:gd name="connsiteY0" fmla="*/ 18854 h 18854"/>
              <a:gd name="connsiteX1" fmla="*/ 0 w 103694"/>
              <a:gd name="connsiteY1" fmla="*/ 0 h 18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694" h="18854">
                <a:moveTo>
                  <a:pt x="103694" y="18854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弧形 9"/>
          <p:cNvSpPr/>
          <p:nvPr/>
        </p:nvSpPr>
        <p:spPr>
          <a:xfrm rot="12761059">
            <a:off x="332806" y="244897"/>
            <a:ext cx="720000" cy="72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/>
          <p:cNvSpPr/>
          <p:nvPr/>
        </p:nvSpPr>
        <p:spPr>
          <a:xfrm>
            <a:off x="242806" y="154897"/>
            <a:ext cx="900000" cy="90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72847" y="312510"/>
            <a:ext cx="635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03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800000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1320799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666365" y="312420"/>
            <a:ext cx="20643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</a:rPr>
              <a:t>热！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769610" y="1810385"/>
            <a:ext cx="59601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在编辑代码的瞬间刷新你的应用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69610" y="1089660"/>
            <a:ext cx="1671955" cy="539750"/>
            <a:chOff x="6823943" y="1118892"/>
            <a:chExt cx="2016766" cy="540000"/>
          </a:xfrm>
        </p:grpSpPr>
        <p:sp>
          <p:nvSpPr>
            <p:cNvPr id="21" name="矩形: 圆角 20"/>
            <p:cNvSpPr/>
            <p:nvPr/>
          </p:nvSpPr>
          <p:spPr>
            <a:xfrm>
              <a:off x="6823943" y="1118892"/>
              <a:ext cx="2016000" cy="540000"/>
            </a:xfrm>
            <a:prstGeom prst="roundRect">
              <a:avLst/>
            </a:prstGeom>
            <a:solidFill>
              <a:schemeClr val="tx1">
                <a:lumMod val="75000"/>
                <a:lumOff val="25000"/>
                <a:alpha val="39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823943" y="1131598"/>
              <a:ext cx="2016766" cy="522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/>
                  </a:solidFill>
                </a:rPr>
                <a:t>热加载</a:t>
              </a:r>
              <a:endParaRPr lang="zh-CN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6823943" y="1361465"/>
              <a:ext cx="103694" cy="18854"/>
            </a:xfrm>
            <a:custGeom>
              <a:avLst/>
              <a:gdLst>
                <a:gd name="connsiteX0" fmla="*/ 103694 w 103694"/>
                <a:gd name="connsiteY0" fmla="*/ 18854 h 18854"/>
                <a:gd name="connsiteX1" fmla="*/ 0 w 103694"/>
                <a:gd name="connsiteY1" fmla="*/ 0 h 18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694" h="18854">
                  <a:moveTo>
                    <a:pt x="103694" y="18854"/>
                  </a:moveTo>
                  <a:lnTo>
                    <a:pt x="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椭圆 5"/>
          <p:cNvSpPr/>
          <p:nvPr/>
        </p:nvSpPr>
        <p:spPr>
          <a:xfrm>
            <a:off x="1413106" y="2193552"/>
            <a:ext cx="3060000" cy="3060000"/>
          </a:xfrm>
          <a:prstGeom prst="ellipse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7" name="直接连接符 166"/>
          <p:cNvCxnSpPr/>
          <p:nvPr/>
        </p:nvCxnSpPr>
        <p:spPr>
          <a:xfrm rot="-5340000">
            <a:off x="1317506" y="36275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/>
          <p:cNvCxnSpPr/>
          <p:nvPr/>
        </p:nvCxnSpPr>
        <p:spPr>
          <a:xfrm rot="-5124000">
            <a:off x="1320714" y="352550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/>
          <p:nvPr/>
        </p:nvCxnSpPr>
        <p:spPr>
          <a:xfrm rot="-4908000">
            <a:off x="1330324" y="342383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rot="-4692000">
            <a:off x="1346300" y="332297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/>
          <p:cNvCxnSpPr/>
          <p:nvPr/>
        </p:nvCxnSpPr>
        <p:spPr>
          <a:xfrm rot="-4476000">
            <a:off x="1368577" y="32233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/>
          <p:cNvCxnSpPr/>
          <p:nvPr/>
        </p:nvCxnSpPr>
        <p:spPr>
          <a:xfrm rot="-4260000">
            <a:off x="1397068" y="312524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>
          <a:xfrm rot="-4044000">
            <a:off x="1431661" y="302915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/>
        </p:nvCxnSpPr>
        <p:spPr>
          <a:xfrm rot="-3828000">
            <a:off x="1472219" y="293543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/>
        </p:nvCxnSpPr>
        <p:spPr>
          <a:xfrm rot="-3612000">
            <a:off x="1518582" y="284444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连接符 189"/>
          <p:cNvCxnSpPr/>
          <p:nvPr/>
        </p:nvCxnSpPr>
        <p:spPr>
          <a:xfrm rot="-372000">
            <a:off x="2739364" y="201479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连接符 190"/>
          <p:cNvCxnSpPr/>
          <p:nvPr/>
        </p:nvCxnSpPr>
        <p:spPr>
          <a:xfrm rot="-156000">
            <a:off x="2841033" y="200518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连接符 191"/>
          <p:cNvCxnSpPr/>
          <p:nvPr/>
        </p:nvCxnSpPr>
        <p:spPr>
          <a:xfrm rot="60000">
            <a:off x="2943106" y="20019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rot="276000">
            <a:off x="3045178" y="200518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连接符 193"/>
          <p:cNvCxnSpPr/>
          <p:nvPr/>
        </p:nvCxnSpPr>
        <p:spPr>
          <a:xfrm rot="492000">
            <a:off x="3146847" y="201479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/>
          <p:cNvCxnSpPr/>
          <p:nvPr/>
        </p:nvCxnSpPr>
        <p:spPr>
          <a:xfrm rot="708000">
            <a:off x="3247713" y="203077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/>
          <p:cNvCxnSpPr/>
          <p:nvPr/>
        </p:nvCxnSpPr>
        <p:spPr>
          <a:xfrm rot="924000">
            <a:off x="3347376" y="205305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/>
          <p:nvPr/>
        </p:nvCxnSpPr>
        <p:spPr>
          <a:xfrm rot="1140000">
            <a:off x="3445444" y="208154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/>
        </p:nvCxnSpPr>
        <p:spPr>
          <a:xfrm rot="1356000">
            <a:off x="3541529" y="211613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1572000">
            <a:off x="3635253" y="215669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连接符 199"/>
          <p:cNvCxnSpPr/>
          <p:nvPr/>
        </p:nvCxnSpPr>
        <p:spPr>
          <a:xfrm rot="1788000">
            <a:off x="3726245" y="220305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连接符 200"/>
          <p:cNvCxnSpPr/>
          <p:nvPr/>
        </p:nvCxnSpPr>
        <p:spPr>
          <a:xfrm rot="2004000">
            <a:off x="3814146" y="225503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/>
          <p:cNvCxnSpPr/>
          <p:nvPr/>
        </p:nvCxnSpPr>
        <p:spPr>
          <a:xfrm rot="2220000">
            <a:off x="3898610" y="231244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/>
          <p:cNvCxnSpPr/>
          <p:nvPr/>
        </p:nvCxnSpPr>
        <p:spPr>
          <a:xfrm rot="2435999">
            <a:off x="3979302" y="237503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 rot="2652000">
            <a:off x="4055906" y="244256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/>
          <p:cNvCxnSpPr/>
          <p:nvPr/>
        </p:nvCxnSpPr>
        <p:spPr>
          <a:xfrm rot="2868000">
            <a:off x="4128117" y="25147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连接符 205"/>
          <p:cNvCxnSpPr/>
          <p:nvPr/>
        </p:nvCxnSpPr>
        <p:spPr>
          <a:xfrm rot="3084000">
            <a:off x="4195652" y="259138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 rot="3300000">
            <a:off x="4258244" y="267207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连接符 207"/>
          <p:cNvCxnSpPr/>
          <p:nvPr/>
        </p:nvCxnSpPr>
        <p:spPr>
          <a:xfrm rot="3515999">
            <a:off x="4315645" y="275653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连接符 208"/>
          <p:cNvCxnSpPr/>
          <p:nvPr/>
        </p:nvCxnSpPr>
        <p:spPr>
          <a:xfrm rot="3732000">
            <a:off x="4367630" y="284444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连接符 209"/>
          <p:cNvCxnSpPr/>
          <p:nvPr/>
        </p:nvCxnSpPr>
        <p:spPr>
          <a:xfrm rot="3948000">
            <a:off x="4413993" y="293543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/>
          <p:cNvCxnSpPr/>
          <p:nvPr/>
        </p:nvCxnSpPr>
        <p:spPr>
          <a:xfrm rot="4164000">
            <a:off x="4454551" y="302915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/>
          <p:cNvCxnSpPr/>
          <p:nvPr/>
        </p:nvCxnSpPr>
        <p:spPr>
          <a:xfrm rot="4380000">
            <a:off x="4489143" y="312524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连接符 212"/>
          <p:cNvCxnSpPr/>
          <p:nvPr/>
        </p:nvCxnSpPr>
        <p:spPr>
          <a:xfrm rot="4595999">
            <a:off x="4517635" y="32233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连接符 213"/>
          <p:cNvCxnSpPr/>
          <p:nvPr/>
        </p:nvCxnSpPr>
        <p:spPr>
          <a:xfrm rot="4812000">
            <a:off x="4539912" y="332297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连接符 214"/>
          <p:cNvCxnSpPr/>
          <p:nvPr/>
        </p:nvCxnSpPr>
        <p:spPr>
          <a:xfrm rot="5027999">
            <a:off x="4555887" y="342383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连接符 215"/>
          <p:cNvCxnSpPr/>
          <p:nvPr/>
        </p:nvCxnSpPr>
        <p:spPr>
          <a:xfrm rot="5244000">
            <a:off x="4565498" y="352550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连接符 216"/>
          <p:cNvCxnSpPr/>
          <p:nvPr/>
        </p:nvCxnSpPr>
        <p:spPr>
          <a:xfrm rot="5460000">
            <a:off x="4568706" y="36275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连接符 217"/>
          <p:cNvCxnSpPr/>
          <p:nvPr/>
        </p:nvCxnSpPr>
        <p:spPr>
          <a:xfrm rot="5675999">
            <a:off x="4565498" y="372965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连接符 218"/>
          <p:cNvCxnSpPr/>
          <p:nvPr/>
        </p:nvCxnSpPr>
        <p:spPr>
          <a:xfrm rot="5892000">
            <a:off x="4555887" y="383132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连接符 219"/>
          <p:cNvCxnSpPr/>
          <p:nvPr/>
        </p:nvCxnSpPr>
        <p:spPr>
          <a:xfrm rot="6107999">
            <a:off x="4539912" y="393218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/>
          <p:cNvCxnSpPr/>
          <p:nvPr/>
        </p:nvCxnSpPr>
        <p:spPr>
          <a:xfrm rot="6324000">
            <a:off x="4517635" y="403184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连接符 221"/>
          <p:cNvCxnSpPr/>
          <p:nvPr/>
        </p:nvCxnSpPr>
        <p:spPr>
          <a:xfrm rot="6540000">
            <a:off x="4489143" y="41299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/>
          <p:cNvCxnSpPr/>
          <p:nvPr/>
        </p:nvCxnSpPr>
        <p:spPr>
          <a:xfrm rot="6755999">
            <a:off x="4454551" y="422600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连接符 223"/>
          <p:cNvCxnSpPr/>
          <p:nvPr/>
        </p:nvCxnSpPr>
        <p:spPr>
          <a:xfrm rot="6972000">
            <a:off x="4413993" y="431972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连接符 224"/>
          <p:cNvCxnSpPr/>
          <p:nvPr/>
        </p:nvCxnSpPr>
        <p:spPr>
          <a:xfrm rot="7187999">
            <a:off x="4367630" y="44107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/>
          <p:nvPr/>
        </p:nvCxnSpPr>
        <p:spPr>
          <a:xfrm rot="7404000">
            <a:off x="4315645" y="449861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/>
          <p:cNvCxnSpPr/>
          <p:nvPr/>
        </p:nvCxnSpPr>
        <p:spPr>
          <a:xfrm rot="7620000">
            <a:off x="4258244" y="458308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227"/>
          <p:cNvCxnSpPr/>
          <p:nvPr/>
        </p:nvCxnSpPr>
        <p:spPr>
          <a:xfrm rot="7835999">
            <a:off x="4195652" y="466377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连接符 228"/>
          <p:cNvCxnSpPr/>
          <p:nvPr/>
        </p:nvCxnSpPr>
        <p:spPr>
          <a:xfrm rot="8052000">
            <a:off x="4128117" y="474037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/>
          <p:cNvCxnSpPr/>
          <p:nvPr/>
        </p:nvCxnSpPr>
        <p:spPr>
          <a:xfrm rot="8267999">
            <a:off x="4055906" y="481259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/>
          <p:cNvCxnSpPr/>
          <p:nvPr/>
        </p:nvCxnSpPr>
        <p:spPr>
          <a:xfrm rot="8484000">
            <a:off x="3979302" y="488012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/>
          <p:cNvCxnSpPr/>
          <p:nvPr/>
        </p:nvCxnSpPr>
        <p:spPr>
          <a:xfrm rot="8700000">
            <a:off x="3898610" y="49427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/>
          <p:cNvCxnSpPr/>
          <p:nvPr/>
        </p:nvCxnSpPr>
        <p:spPr>
          <a:xfrm rot="8915999">
            <a:off x="3814146" y="500011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/>
          <p:cNvCxnSpPr/>
          <p:nvPr/>
        </p:nvCxnSpPr>
        <p:spPr>
          <a:xfrm rot="9132000">
            <a:off x="3726245" y="505210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连接符 234"/>
          <p:cNvCxnSpPr/>
          <p:nvPr/>
        </p:nvCxnSpPr>
        <p:spPr>
          <a:xfrm rot="9347999">
            <a:off x="3635253" y="509846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/>
          <p:cNvCxnSpPr/>
          <p:nvPr/>
        </p:nvCxnSpPr>
        <p:spPr>
          <a:xfrm rot="9564000">
            <a:off x="3541529" y="513902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/>
          <p:cNvCxnSpPr/>
          <p:nvPr/>
        </p:nvCxnSpPr>
        <p:spPr>
          <a:xfrm rot="9780000">
            <a:off x="3445444" y="517361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/>
          <p:cNvCxnSpPr/>
          <p:nvPr/>
        </p:nvCxnSpPr>
        <p:spPr>
          <a:xfrm rot="9995999">
            <a:off x="3347376" y="52021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连接符 238"/>
          <p:cNvCxnSpPr/>
          <p:nvPr/>
        </p:nvCxnSpPr>
        <p:spPr>
          <a:xfrm rot="10211999">
            <a:off x="3247713" y="522438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连接符 239"/>
          <p:cNvCxnSpPr/>
          <p:nvPr/>
        </p:nvCxnSpPr>
        <p:spPr>
          <a:xfrm rot="10427999">
            <a:off x="3146848" y="524036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连接符 240"/>
          <p:cNvCxnSpPr/>
          <p:nvPr/>
        </p:nvCxnSpPr>
        <p:spPr>
          <a:xfrm rot="10644000">
            <a:off x="3045178" y="524997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连接符 241"/>
          <p:cNvCxnSpPr/>
          <p:nvPr/>
        </p:nvCxnSpPr>
        <p:spPr>
          <a:xfrm rot="10860000">
            <a:off x="2943106" y="52531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连接符 242"/>
          <p:cNvCxnSpPr/>
          <p:nvPr/>
        </p:nvCxnSpPr>
        <p:spPr>
          <a:xfrm rot="11076000">
            <a:off x="2841033" y="524997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连接符 243"/>
          <p:cNvCxnSpPr/>
          <p:nvPr/>
        </p:nvCxnSpPr>
        <p:spPr>
          <a:xfrm rot="11291999">
            <a:off x="2739365" y="524036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连接符 244"/>
          <p:cNvCxnSpPr/>
          <p:nvPr/>
        </p:nvCxnSpPr>
        <p:spPr>
          <a:xfrm rot="11507999">
            <a:off x="2638499" y="522438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连接符 245"/>
          <p:cNvCxnSpPr/>
          <p:nvPr/>
        </p:nvCxnSpPr>
        <p:spPr>
          <a:xfrm rot="11724000">
            <a:off x="2538836" y="52021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连接符 246"/>
          <p:cNvCxnSpPr/>
          <p:nvPr/>
        </p:nvCxnSpPr>
        <p:spPr>
          <a:xfrm rot="11940000">
            <a:off x="2440768" y="517361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连接符 247"/>
          <p:cNvCxnSpPr/>
          <p:nvPr/>
        </p:nvCxnSpPr>
        <p:spPr>
          <a:xfrm rot="12156000">
            <a:off x="2344682" y="513902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接连接符 248"/>
          <p:cNvCxnSpPr/>
          <p:nvPr/>
        </p:nvCxnSpPr>
        <p:spPr>
          <a:xfrm rot="12371999">
            <a:off x="2250960" y="509846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连接符 249"/>
          <p:cNvCxnSpPr/>
          <p:nvPr/>
        </p:nvCxnSpPr>
        <p:spPr>
          <a:xfrm rot="12587999">
            <a:off x="2159967" y="505210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连接符 250"/>
          <p:cNvCxnSpPr/>
          <p:nvPr/>
        </p:nvCxnSpPr>
        <p:spPr>
          <a:xfrm rot="12804000">
            <a:off x="2072066" y="500011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连接符 251"/>
          <p:cNvCxnSpPr/>
          <p:nvPr/>
        </p:nvCxnSpPr>
        <p:spPr>
          <a:xfrm rot="13020000">
            <a:off x="1987602" y="49427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连接符 252"/>
          <p:cNvCxnSpPr/>
          <p:nvPr/>
        </p:nvCxnSpPr>
        <p:spPr>
          <a:xfrm rot="13236000">
            <a:off x="1906909" y="488012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连接符 253"/>
          <p:cNvCxnSpPr/>
          <p:nvPr/>
        </p:nvCxnSpPr>
        <p:spPr>
          <a:xfrm rot="13451999">
            <a:off x="1830306" y="481259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连接符 254"/>
          <p:cNvCxnSpPr/>
          <p:nvPr/>
        </p:nvCxnSpPr>
        <p:spPr>
          <a:xfrm rot="13667999">
            <a:off x="1758095" y="47403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连接符 255"/>
          <p:cNvCxnSpPr/>
          <p:nvPr/>
        </p:nvCxnSpPr>
        <p:spPr>
          <a:xfrm rot="13884000">
            <a:off x="1690560" y="466377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接连接符 256"/>
          <p:cNvCxnSpPr/>
          <p:nvPr/>
        </p:nvCxnSpPr>
        <p:spPr>
          <a:xfrm rot="14100000">
            <a:off x="1627968" y="458308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连接符 257"/>
          <p:cNvCxnSpPr/>
          <p:nvPr/>
        </p:nvCxnSpPr>
        <p:spPr>
          <a:xfrm rot="14316000">
            <a:off x="1570566" y="449861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连接符 258"/>
          <p:cNvCxnSpPr/>
          <p:nvPr/>
        </p:nvCxnSpPr>
        <p:spPr>
          <a:xfrm rot="14531999">
            <a:off x="1518582" y="441071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连接符 259"/>
          <p:cNvCxnSpPr/>
          <p:nvPr/>
        </p:nvCxnSpPr>
        <p:spPr>
          <a:xfrm rot="14747999">
            <a:off x="1472219" y="431972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/>
          <p:cNvCxnSpPr/>
          <p:nvPr/>
        </p:nvCxnSpPr>
        <p:spPr>
          <a:xfrm rot="14964000">
            <a:off x="1431661" y="422600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接连接符 261"/>
          <p:cNvCxnSpPr/>
          <p:nvPr/>
        </p:nvCxnSpPr>
        <p:spPr>
          <a:xfrm rot="15180000">
            <a:off x="1397068" y="41299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连接符 262"/>
          <p:cNvCxnSpPr/>
          <p:nvPr/>
        </p:nvCxnSpPr>
        <p:spPr>
          <a:xfrm rot="15395999">
            <a:off x="1368577" y="403185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接连接符 263"/>
          <p:cNvCxnSpPr/>
          <p:nvPr/>
        </p:nvCxnSpPr>
        <p:spPr>
          <a:xfrm rot="15611999">
            <a:off x="1346300" y="393218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接连接符 264"/>
          <p:cNvCxnSpPr/>
          <p:nvPr/>
        </p:nvCxnSpPr>
        <p:spPr>
          <a:xfrm rot="15827999">
            <a:off x="1330324" y="383132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接连接符 265"/>
          <p:cNvCxnSpPr/>
          <p:nvPr/>
        </p:nvCxnSpPr>
        <p:spPr>
          <a:xfrm rot="16044000">
            <a:off x="1320714" y="372965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接连接符 266"/>
          <p:cNvCxnSpPr/>
          <p:nvPr/>
        </p:nvCxnSpPr>
        <p:spPr>
          <a:xfrm rot="-4628572">
            <a:off x="1358263" y="326584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接连接符 267"/>
          <p:cNvCxnSpPr/>
          <p:nvPr/>
        </p:nvCxnSpPr>
        <p:spPr>
          <a:xfrm rot="-4412572">
            <a:off x="1384104" y="316705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直接连接符 268"/>
          <p:cNvCxnSpPr/>
          <p:nvPr/>
        </p:nvCxnSpPr>
        <p:spPr>
          <a:xfrm rot="-4196571">
            <a:off x="1416097" y="307006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连接符 269"/>
          <p:cNvCxnSpPr/>
          <p:nvPr/>
        </p:nvCxnSpPr>
        <p:spPr>
          <a:xfrm rot="-3980571">
            <a:off x="1454116" y="297528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连接符 270"/>
          <p:cNvCxnSpPr/>
          <p:nvPr/>
        </p:nvCxnSpPr>
        <p:spPr>
          <a:xfrm rot="-3764572">
            <a:off x="1498012" y="28830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直接连接符 286"/>
          <p:cNvCxnSpPr/>
          <p:nvPr/>
        </p:nvCxnSpPr>
        <p:spPr>
          <a:xfrm rot="-308572">
            <a:off x="2797388" y="200852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接连接符 287"/>
          <p:cNvCxnSpPr/>
          <p:nvPr/>
        </p:nvCxnSpPr>
        <p:spPr>
          <a:xfrm rot="-92572">
            <a:off x="2899337" y="200256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直接连接符 288"/>
          <p:cNvCxnSpPr/>
          <p:nvPr/>
        </p:nvCxnSpPr>
        <p:spPr>
          <a:xfrm rot="123429">
            <a:off x="3001459" y="200302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接连接符 289"/>
          <p:cNvCxnSpPr/>
          <p:nvPr/>
        </p:nvCxnSpPr>
        <p:spPr>
          <a:xfrm rot="339429">
            <a:off x="3103350" y="200989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直接连接符 290"/>
          <p:cNvCxnSpPr/>
          <p:nvPr/>
        </p:nvCxnSpPr>
        <p:spPr>
          <a:xfrm rot="555428">
            <a:off x="3204609" y="202315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接连接符 291"/>
          <p:cNvCxnSpPr/>
          <p:nvPr/>
        </p:nvCxnSpPr>
        <p:spPr>
          <a:xfrm rot="771428">
            <a:off x="3304836" y="204273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接连接符 292"/>
          <p:cNvCxnSpPr/>
          <p:nvPr/>
        </p:nvCxnSpPr>
        <p:spPr>
          <a:xfrm rot="987428">
            <a:off x="3403635" y="206857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直接连接符 293"/>
          <p:cNvCxnSpPr/>
          <p:nvPr/>
        </p:nvCxnSpPr>
        <p:spPr>
          <a:xfrm rot="1203428">
            <a:off x="3500617" y="210057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接连接符 294"/>
          <p:cNvCxnSpPr/>
          <p:nvPr/>
        </p:nvCxnSpPr>
        <p:spPr>
          <a:xfrm rot="1419429">
            <a:off x="3595399" y="213858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直接连接符 295"/>
          <p:cNvCxnSpPr/>
          <p:nvPr/>
        </p:nvCxnSpPr>
        <p:spPr>
          <a:xfrm rot="1635428">
            <a:off x="3687606" y="218248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接连接符 296"/>
          <p:cNvCxnSpPr/>
          <p:nvPr/>
        </p:nvCxnSpPr>
        <p:spPr>
          <a:xfrm rot="1851428">
            <a:off x="3776875" y="223208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直接连接符 297"/>
          <p:cNvCxnSpPr/>
          <p:nvPr/>
        </p:nvCxnSpPr>
        <p:spPr>
          <a:xfrm rot="2067428">
            <a:off x="3862853" y="228719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直接连接符 298"/>
          <p:cNvCxnSpPr/>
          <p:nvPr/>
        </p:nvCxnSpPr>
        <p:spPr>
          <a:xfrm rot="2283429">
            <a:off x="3945202" y="234758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接连接符 299"/>
          <p:cNvCxnSpPr/>
          <p:nvPr/>
        </p:nvCxnSpPr>
        <p:spPr>
          <a:xfrm rot="2499428">
            <a:off x="4023596" y="241303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直接连接符 300"/>
          <p:cNvCxnSpPr/>
          <p:nvPr/>
        </p:nvCxnSpPr>
        <p:spPr>
          <a:xfrm rot="2715428">
            <a:off x="4097726" y="248327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直接连接符 301"/>
          <p:cNvCxnSpPr/>
          <p:nvPr/>
        </p:nvCxnSpPr>
        <p:spPr>
          <a:xfrm rot="2931428">
            <a:off x="4167299" y="255803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接连接符 302"/>
          <p:cNvCxnSpPr/>
          <p:nvPr/>
        </p:nvCxnSpPr>
        <p:spPr>
          <a:xfrm rot="3147428">
            <a:off x="4232041" y="263701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直接连接符 303"/>
          <p:cNvCxnSpPr/>
          <p:nvPr/>
        </p:nvCxnSpPr>
        <p:spPr>
          <a:xfrm rot="3363429">
            <a:off x="4291695" y="271989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直接连接符 304"/>
          <p:cNvCxnSpPr/>
          <p:nvPr/>
        </p:nvCxnSpPr>
        <p:spPr>
          <a:xfrm rot="3579428">
            <a:off x="4346028" y="280636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接连接符 305"/>
          <p:cNvCxnSpPr/>
          <p:nvPr/>
        </p:nvCxnSpPr>
        <p:spPr>
          <a:xfrm rot="3795428">
            <a:off x="4394824" y="289608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直接连接符 306"/>
          <p:cNvCxnSpPr/>
          <p:nvPr/>
        </p:nvCxnSpPr>
        <p:spPr>
          <a:xfrm rot="4011428">
            <a:off x="4437890" y="298867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直接连接符 307"/>
          <p:cNvCxnSpPr/>
          <p:nvPr/>
        </p:nvCxnSpPr>
        <p:spPr>
          <a:xfrm rot="4227428">
            <a:off x="4475057" y="308379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接连接符 308"/>
          <p:cNvCxnSpPr/>
          <p:nvPr/>
        </p:nvCxnSpPr>
        <p:spPr>
          <a:xfrm rot="4443429">
            <a:off x="4506179" y="318106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接连接符 309"/>
          <p:cNvCxnSpPr/>
          <p:nvPr/>
        </p:nvCxnSpPr>
        <p:spPr>
          <a:xfrm rot="4659428">
            <a:off x="4531132" y="328008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接连接符 310"/>
          <p:cNvCxnSpPr/>
          <p:nvPr/>
        </p:nvCxnSpPr>
        <p:spPr>
          <a:xfrm rot="4875428">
            <a:off x="4549817" y="338048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接连接符 311"/>
          <p:cNvCxnSpPr/>
          <p:nvPr/>
        </p:nvCxnSpPr>
        <p:spPr>
          <a:xfrm rot="5091428">
            <a:off x="4562162" y="348186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直接连接符 312"/>
          <p:cNvCxnSpPr/>
          <p:nvPr/>
        </p:nvCxnSpPr>
        <p:spPr>
          <a:xfrm rot="5307428">
            <a:off x="4568117" y="358381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直接连接符 313"/>
          <p:cNvCxnSpPr/>
          <p:nvPr/>
        </p:nvCxnSpPr>
        <p:spPr>
          <a:xfrm rot="5523429">
            <a:off x="4567658" y="368593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直接连接符 314"/>
          <p:cNvCxnSpPr/>
          <p:nvPr/>
        </p:nvCxnSpPr>
        <p:spPr>
          <a:xfrm rot="5739428">
            <a:off x="4560789" y="378782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直接连接符 315"/>
          <p:cNvCxnSpPr/>
          <p:nvPr/>
        </p:nvCxnSpPr>
        <p:spPr>
          <a:xfrm rot="5955428">
            <a:off x="4547534" y="388908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直接连接符 316"/>
          <p:cNvCxnSpPr/>
          <p:nvPr/>
        </p:nvCxnSpPr>
        <p:spPr>
          <a:xfrm rot="6171428">
            <a:off x="4527949" y="39893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接连接符 317"/>
          <p:cNvCxnSpPr/>
          <p:nvPr/>
        </p:nvCxnSpPr>
        <p:spPr>
          <a:xfrm rot="6387428">
            <a:off x="4502108" y="40881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直接连接符 318"/>
          <p:cNvCxnSpPr/>
          <p:nvPr/>
        </p:nvCxnSpPr>
        <p:spPr>
          <a:xfrm rot="6603429">
            <a:off x="4470115" y="418509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直接连接符 319"/>
          <p:cNvCxnSpPr/>
          <p:nvPr/>
        </p:nvCxnSpPr>
        <p:spPr>
          <a:xfrm rot="6819428">
            <a:off x="4432095" y="427987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直接连接符 320"/>
          <p:cNvCxnSpPr/>
          <p:nvPr/>
        </p:nvCxnSpPr>
        <p:spPr>
          <a:xfrm rot="7035428">
            <a:off x="4388199" y="43720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接连接符 321"/>
          <p:cNvCxnSpPr/>
          <p:nvPr/>
        </p:nvCxnSpPr>
        <p:spPr>
          <a:xfrm rot="7251428">
            <a:off x="4338600" y="446134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直接连接符 322"/>
          <p:cNvCxnSpPr/>
          <p:nvPr/>
        </p:nvCxnSpPr>
        <p:spPr>
          <a:xfrm rot="7467428">
            <a:off x="4283494" y="454732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直接连接符 323"/>
          <p:cNvCxnSpPr/>
          <p:nvPr/>
        </p:nvCxnSpPr>
        <p:spPr>
          <a:xfrm rot="7683429">
            <a:off x="4223097" y="462967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直接连接符 324"/>
          <p:cNvCxnSpPr/>
          <p:nvPr/>
        </p:nvCxnSpPr>
        <p:spPr>
          <a:xfrm rot="7899428">
            <a:off x="4157650" y="470806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直接连接符 325"/>
          <p:cNvCxnSpPr/>
          <p:nvPr/>
        </p:nvCxnSpPr>
        <p:spPr>
          <a:xfrm rot="8115428">
            <a:off x="4087408" y="478219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直接连接符 326"/>
          <p:cNvCxnSpPr/>
          <p:nvPr/>
        </p:nvCxnSpPr>
        <p:spPr>
          <a:xfrm rot="8331428">
            <a:off x="4012651" y="485177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直接连接符 327"/>
          <p:cNvCxnSpPr/>
          <p:nvPr/>
        </p:nvCxnSpPr>
        <p:spPr>
          <a:xfrm rot="8547428">
            <a:off x="3933673" y="491651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直接连接符 328"/>
          <p:cNvCxnSpPr/>
          <p:nvPr/>
        </p:nvCxnSpPr>
        <p:spPr>
          <a:xfrm rot="8763428">
            <a:off x="3850785" y="497616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直接连接符 329"/>
          <p:cNvCxnSpPr/>
          <p:nvPr/>
        </p:nvCxnSpPr>
        <p:spPr>
          <a:xfrm rot="8979428">
            <a:off x="3764316" y="503050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直接连接符 330"/>
          <p:cNvCxnSpPr/>
          <p:nvPr/>
        </p:nvCxnSpPr>
        <p:spPr>
          <a:xfrm rot="9195428">
            <a:off x="3674605" y="507929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直接连接符 331"/>
          <p:cNvCxnSpPr/>
          <p:nvPr/>
        </p:nvCxnSpPr>
        <p:spPr>
          <a:xfrm rot="9411428">
            <a:off x="3582008" y="512236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直接连接符 332"/>
          <p:cNvCxnSpPr/>
          <p:nvPr/>
        </p:nvCxnSpPr>
        <p:spPr>
          <a:xfrm rot="9627428">
            <a:off x="3486888" y="515953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接连接符 333"/>
          <p:cNvCxnSpPr/>
          <p:nvPr/>
        </p:nvCxnSpPr>
        <p:spPr>
          <a:xfrm rot="9843428">
            <a:off x="3389624" y="519065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连接符 334"/>
          <p:cNvCxnSpPr/>
          <p:nvPr/>
        </p:nvCxnSpPr>
        <p:spPr>
          <a:xfrm rot="10059428">
            <a:off x="3290596" y="521560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直接连接符 335"/>
          <p:cNvCxnSpPr/>
          <p:nvPr/>
        </p:nvCxnSpPr>
        <p:spPr>
          <a:xfrm rot="10275428">
            <a:off x="3190198" y="523429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接连接符 336"/>
          <p:cNvCxnSpPr/>
          <p:nvPr/>
        </p:nvCxnSpPr>
        <p:spPr>
          <a:xfrm rot="10491429">
            <a:off x="3088823" y="524663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接连接符 337"/>
          <p:cNvCxnSpPr/>
          <p:nvPr/>
        </p:nvCxnSpPr>
        <p:spPr>
          <a:xfrm rot="10707427">
            <a:off x="2986875" y="525258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直接连接符 338"/>
          <p:cNvCxnSpPr/>
          <p:nvPr/>
        </p:nvCxnSpPr>
        <p:spPr>
          <a:xfrm rot="10923428">
            <a:off x="2884753" y="525213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直接连接符 339"/>
          <p:cNvCxnSpPr/>
          <p:nvPr/>
        </p:nvCxnSpPr>
        <p:spPr>
          <a:xfrm rot="11139428">
            <a:off x="2782862" y="524526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直接连接符 340"/>
          <p:cNvCxnSpPr/>
          <p:nvPr/>
        </p:nvCxnSpPr>
        <p:spPr>
          <a:xfrm rot="11355428">
            <a:off x="2681603" y="523200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直接连接符 341"/>
          <p:cNvCxnSpPr/>
          <p:nvPr/>
        </p:nvCxnSpPr>
        <p:spPr>
          <a:xfrm rot="11571429">
            <a:off x="2581376" y="521242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直接连接符 342"/>
          <p:cNvCxnSpPr/>
          <p:nvPr/>
        </p:nvCxnSpPr>
        <p:spPr>
          <a:xfrm rot="11787427">
            <a:off x="2482577" y="518658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直接连接符 343"/>
          <p:cNvCxnSpPr/>
          <p:nvPr/>
        </p:nvCxnSpPr>
        <p:spPr>
          <a:xfrm rot="12003428">
            <a:off x="2385595" y="515458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直接连接符 344"/>
          <p:cNvCxnSpPr/>
          <p:nvPr/>
        </p:nvCxnSpPr>
        <p:spPr>
          <a:xfrm rot="12219428">
            <a:off x="2290813" y="511656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直接连接符 345"/>
          <p:cNvCxnSpPr/>
          <p:nvPr/>
        </p:nvCxnSpPr>
        <p:spPr>
          <a:xfrm rot="12435428">
            <a:off x="2198606" y="507267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直接连接符 346"/>
          <p:cNvCxnSpPr/>
          <p:nvPr/>
        </p:nvCxnSpPr>
        <p:spPr>
          <a:xfrm rot="12651429">
            <a:off x="2109337" y="502307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直接连接符 347"/>
          <p:cNvCxnSpPr/>
          <p:nvPr/>
        </p:nvCxnSpPr>
        <p:spPr>
          <a:xfrm rot="12867427">
            <a:off x="2023359" y="496796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直接连接符 348"/>
          <p:cNvCxnSpPr/>
          <p:nvPr/>
        </p:nvCxnSpPr>
        <p:spPr>
          <a:xfrm rot="13083428">
            <a:off x="1941010" y="490757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直接连接符 349"/>
          <p:cNvCxnSpPr/>
          <p:nvPr/>
        </p:nvCxnSpPr>
        <p:spPr>
          <a:xfrm rot="13299428">
            <a:off x="1862616" y="484212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直接连接符 350"/>
          <p:cNvCxnSpPr/>
          <p:nvPr/>
        </p:nvCxnSpPr>
        <p:spPr>
          <a:xfrm rot="13515428">
            <a:off x="1788486" y="477188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直接连接符 351"/>
          <p:cNvCxnSpPr/>
          <p:nvPr/>
        </p:nvCxnSpPr>
        <p:spPr>
          <a:xfrm rot="13731429">
            <a:off x="1718913" y="469712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直接连接符 352"/>
          <p:cNvCxnSpPr/>
          <p:nvPr/>
        </p:nvCxnSpPr>
        <p:spPr>
          <a:xfrm rot="13947427">
            <a:off x="1654172" y="461814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连接符 353"/>
          <p:cNvCxnSpPr/>
          <p:nvPr/>
        </p:nvCxnSpPr>
        <p:spPr>
          <a:xfrm rot="14163428">
            <a:off x="1594517" y="453525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直接连接符 354"/>
          <p:cNvCxnSpPr/>
          <p:nvPr/>
        </p:nvCxnSpPr>
        <p:spPr>
          <a:xfrm rot="14379428">
            <a:off x="1540184" y="444878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直接连接符 355"/>
          <p:cNvCxnSpPr/>
          <p:nvPr/>
        </p:nvCxnSpPr>
        <p:spPr>
          <a:xfrm rot="14595428">
            <a:off x="1491388" y="435907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接连接符 356"/>
          <p:cNvCxnSpPr/>
          <p:nvPr/>
        </p:nvCxnSpPr>
        <p:spPr>
          <a:xfrm rot="14811429">
            <a:off x="1448321" y="426648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直接连接符 357"/>
          <p:cNvCxnSpPr/>
          <p:nvPr/>
        </p:nvCxnSpPr>
        <p:spPr>
          <a:xfrm rot="15027427">
            <a:off x="1411154" y="417136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直接连接符 358"/>
          <p:cNvCxnSpPr/>
          <p:nvPr/>
        </p:nvCxnSpPr>
        <p:spPr>
          <a:xfrm rot="15243428">
            <a:off x="1380033" y="407409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直接连接符 359"/>
          <p:cNvCxnSpPr/>
          <p:nvPr/>
        </p:nvCxnSpPr>
        <p:spPr>
          <a:xfrm rot="15459428">
            <a:off x="1355080" y="397506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直接连接符 360"/>
          <p:cNvCxnSpPr/>
          <p:nvPr/>
        </p:nvCxnSpPr>
        <p:spPr>
          <a:xfrm rot="15675428">
            <a:off x="1336395" y="387467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直接连接符 361"/>
          <p:cNvCxnSpPr/>
          <p:nvPr/>
        </p:nvCxnSpPr>
        <p:spPr>
          <a:xfrm rot="15891429">
            <a:off x="1324050" y="377329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直接连接符 362"/>
          <p:cNvCxnSpPr/>
          <p:nvPr/>
        </p:nvCxnSpPr>
        <p:spPr>
          <a:xfrm rot="16107427">
            <a:off x="1318095" y="367134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直接连接符 363"/>
          <p:cNvCxnSpPr/>
          <p:nvPr/>
        </p:nvCxnSpPr>
        <p:spPr>
          <a:xfrm rot="16323428">
            <a:off x="1318554" y="356922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直接连接符 364"/>
          <p:cNvCxnSpPr/>
          <p:nvPr/>
        </p:nvCxnSpPr>
        <p:spPr>
          <a:xfrm rot="16539428">
            <a:off x="1325423" y="346733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直接连接符 365"/>
          <p:cNvCxnSpPr/>
          <p:nvPr/>
        </p:nvCxnSpPr>
        <p:spPr>
          <a:xfrm rot="16755428">
            <a:off x="1338677" y="336607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弧形 15"/>
          <p:cNvSpPr/>
          <p:nvPr/>
        </p:nvSpPr>
        <p:spPr>
          <a:xfrm>
            <a:off x="1112520" y="1903730"/>
            <a:ext cx="3617595" cy="3636010"/>
          </a:xfrm>
          <a:prstGeom prst="arc">
            <a:avLst>
              <a:gd name="adj1" fmla="val 15783380"/>
              <a:gd name="adj2" fmla="val 12488134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0" name="任意多边形: 形状 369"/>
          <p:cNvSpPr/>
          <p:nvPr/>
        </p:nvSpPr>
        <p:spPr>
          <a:xfrm>
            <a:off x="6823943" y="3884039"/>
            <a:ext cx="103694" cy="18854"/>
          </a:xfrm>
          <a:custGeom>
            <a:avLst/>
            <a:gdLst>
              <a:gd name="connsiteX0" fmla="*/ 103694 w 103694"/>
              <a:gd name="connsiteY0" fmla="*/ 18854 h 18854"/>
              <a:gd name="connsiteX1" fmla="*/ 0 w 103694"/>
              <a:gd name="connsiteY1" fmla="*/ 0 h 18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694" h="18854">
                <a:moveTo>
                  <a:pt x="103694" y="18854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5769610" y="2789555"/>
            <a:ext cx="1671320" cy="539750"/>
            <a:chOff x="6823943" y="1118892"/>
            <a:chExt cx="2016000" cy="540000"/>
          </a:xfrm>
        </p:grpSpPr>
        <p:sp>
          <p:nvSpPr>
            <p:cNvPr id="4" name="矩形: 圆角 20"/>
            <p:cNvSpPr/>
            <p:nvPr/>
          </p:nvSpPr>
          <p:spPr>
            <a:xfrm>
              <a:off x="6823943" y="1118892"/>
              <a:ext cx="2016000" cy="540000"/>
            </a:xfrm>
            <a:prstGeom prst="roundRect">
              <a:avLst/>
            </a:prstGeom>
            <a:solidFill>
              <a:schemeClr val="tx1">
                <a:lumMod val="75000"/>
                <a:lumOff val="25000"/>
                <a:alpha val="39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823943" y="1131598"/>
              <a:ext cx="2016000" cy="522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800" dirty="0">
                  <a:solidFill>
                    <a:schemeClr val="bg1"/>
                  </a:solidFill>
                </a:rPr>
                <a:t>热更新</a:t>
              </a:r>
              <a:endParaRPr lang="zh-CN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7" name="任意多边形: 形状 36"/>
            <p:cNvSpPr/>
            <p:nvPr/>
          </p:nvSpPr>
          <p:spPr>
            <a:xfrm>
              <a:off x="6823943" y="1361465"/>
              <a:ext cx="103694" cy="18854"/>
            </a:xfrm>
            <a:custGeom>
              <a:avLst/>
              <a:gdLst>
                <a:gd name="connsiteX0" fmla="*/ 103694 w 103694"/>
                <a:gd name="connsiteY0" fmla="*/ 18854 h 18854"/>
                <a:gd name="connsiteX1" fmla="*/ 0 w 103694"/>
                <a:gd name="connsiteY1" fmla="*/ 0 h 18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694" h="18854">
                  <a:moveTo>
                    <a:pt x="103694" y="18854"/>
                  </a:moveTo>
                  <a:lnTo>
                    <a:pt x="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矩形 7"/>
          <p:cNvSpPr/>
          <p:nvPr/>
        </p:nvSpPr>
        <p:spPr>
          <a:xfrm>
            <a:off x="5769610" y="3540125"/>
            <a:ext cx="5960110" cy="193802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Q: “苹果应用商店和android应用商店允不允许使用热更新？”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A: “都允许。”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r>
              <a:rPr lang="en-US" altLang="zh-CN" sz="2400" dirty="0">
                <a:solidFill>
                  <a:schemeClr val="bg1">
                    <a:lumMod val="95000"/>
                  </a:schemeClr>
                </a:solidFill>
              </a:rPr>
              <a:t>Appcenter code-push</a:t>
            </a:r>
            <a:endParaRPr lang="en-US" altLang="zh-CN" sz="2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弧形 9"/>
          <p:cNvSpPr/>
          <p:nvPr/>
        </p:nvSpPr>
        <p:spPr>
          <a:xfrm rot="12761059">
            <a:off x="332806" y="244897"/>
            <a:ext cx="720000" cy="72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/>
          <p:cNvSpPr/>
          <p:nvPr/>
        </p:nvSpPr>
        <p:spPr>
          <a:xfrm>
            <a:off x="242806" y="154897"/>
            <a:ext cx="900000" cy="90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72847" y="312510"/>
            <a:ext cx="635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04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800000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1320799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666365" y="312420"/>
            <a:ext cx="2133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</a:rPr>
              <a:t>原生嫁接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69610" y="1651635"/>
            <a:ext cx="1671955" cy="539750"/>
            <a:chOff x="6823943" y="1118892"/>
            <a:chExt cx="2016766" cy="540000"/>
          </a:xfrm>
        </p:grpSpPr>
        <p:sp>
          <p:nvSpPr>
            <p:cNvPr id="21" name="矩形: 圆角 20"/>
            <p:cNvSpPr/>
            <p:nvPr/>
          </p:nvSpPr>
          <p:spPr>
            <a:xfrm>
              <a:off x="6823943" y="1118892"/>
              <a:ext cx="2016000" cy="540000"/>
            </a:xfrm>
            <a:prstGeom prst="roundRect">
              <a:avLst/>
            </a:prstGeom>
            <a:solidFill>
              <a:schemeClr val="tx1">
                <a:lumMod val="75000"/>
                <a:lumOff val="25000"/>
                <a:alpha val="39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823943" y="1131598"/>
              <a:ext cx="2016766" cy="522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/>
                  </a:solidFill>
                </a:rPr>
                <a:t>外援</a:t>
              </a:r>
              <a:endParaRPr lang="zh-CN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6823943" y="1361465"/>
              <a:ext cx="103694" cy="18854"/>
            </a:xfrm>
            <a:custGeom>
              <a:avLst/>
              <a:gdLst>
                <a:gd name="connsiteX0" fmla="*/ 103694 w 103694"/>
                <a:gd name="connsiteY0" fmla="*/ 18854 h 18854"/>
                <a:gd name="connsiteX1" fmla="*/ 0 w 103694"/>
                <a:gd name="connsiteY1" fmla="*/ 0 h 18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694" h="18854">
                  <a:moveTo>
                    <a:pt x="103694" y="18854"/>
                  </a:moveTo>
                  <a:lnTo>
                    <a:pt x="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椭圆 5"/>
          <p:cNvSpPr/>
          <p:nvPr/>
        </p:nvSpPr>
        <p:spPr>
          <a:xfrm>
            <a:off x="1413106" y="2193552"/>
            <a:ext cx="3060000" cy="3060000"/>
          </a:xfrm>
          <a:prstGeom prst="ellipse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7" name="直接连接符 166"/>
          <p:cNvCxnSpPr/>
          <p:nvPr/>
        </p:nvCxnSpPr>
        <p:spPr>
          <a:xfrm rot="-5340000">
            <a:off x="1317506" y="36275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/>
          <p:cNvCxnSpPr/>
          <p:nvPr/>
        </p:nvCxnSpPr>
        <p:spPr>
          <a:xfrm rot="-5124000">
            <a:off x="1320714" y="352550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/>
          <p:nvPr/>
        </p:nvCxnSpPr>
        <p:spPr>
          <a:xfrm rot="-4908000">
            <a:off x="1330324" y="342383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rot="-4692000">
            <a:off x="1346300" y="332297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/>
          <p:cNvCxnSpPr/>
          <p:nvPr/>
        </p:nvCxnSpPr>
        <p:spPr>
          <a:xfrm rot="-4476000">
            <a:off x="1368577" y="32233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/>
          <p:cNvCxnSpPr/>
          <p:nvPr/>
        </p:nvCxnSpPr>
        <p:spPr>
          <a:xfrm rot="-4260000">
            <a:off x="1397068" y="312524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>
          <a:xfrm rot="-4044000">
            <a:off x="1431661" y="302915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/>
        </p:nvCxnSpPr>
        <p:spPr>
          <a:xfrm rot="-3828000">
            <a:off x="1472219" y="293543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/>
        </p:nvCxnSpPr>
        <p:spPr>
          <a:xfrm rot="-3612000">
            <a:off x="1518582" y="284444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连接符 189"/>
          <p:cNvCxnSpPr/>
          <p:nvPr/>
        </p:nvCxnSpPr>
        <p:spPr>
          <a:xfrm rot="-372000">
            <a:off x="2739364" y="201479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连接符 190"/>
          <p:cNvCxnSpPr/>
          <p:nvPr/>
        </p:nvCxnSpPr>
        <p:spPr>
          <a:xfrm rot="-156000">
            <a:off x="2841033" y="200518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连接符 191"/>
          <p:cNvCxnSpPr/>
          <p:nvPr/>
        </p:nvCxnSpPr>
        <p:spPr>
          <a:xfrm rot="60000">
            <a:off x="2943106" y="20019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rot="276000">
            <a:off x="3045178" y="200518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连接符 193"/>
          <p:cNvCxnSpPr/>
          <p:nvPr/>
        </p:nvCxnSpPr>
        <p:spPr>
          <a:xfrm rot="492000">
            <a:off x="3146847" y="201479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/>
          <p:cNvCxnSpPr/>
          <p:nvPr/>
        </p:nvCxnSpPr>
        <p:spPr>
          <a:xfrm rot="708000">
            <a:off x="3247713" y="203077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/>
          <p:cNvCxnSpPr/>
          <p:nvPr/>
        </p:nvCxnSpPr>
        <p:spPr>
          <a:xfrm rot="924000">
            <a:off x="3347376" y="205305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/>
          <p:nvPr/>
        </p:nvCxnSpPr>
        <p:spPr>
          <a:xfrm rot="1140000">
            <a:off x="3445444" y="208154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/>
        </p:nvCxnSpPr>
        <p:spPr>
          <a:xfrm rot="1356000">
            <a:off x="3541529" y="211613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1572000">
            <a:off x="3635253" y="215669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连接符 199"/>
          <p:cNvCxnSpPr/>
          <p:nvPr/>
        </p:nvCxnSpPr>
        <p:spPr>
          <a:xfrm rot="1788000">
            <a:off x="3726245" y="220305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连接符 200"/>
          <p:cNvCxnSpPr/>
          <p:nvPr/>
        </p:nvCxnSpPr>
        <p:spPr>
          <a:xfrm rot="2004000">
            <a:off x="3814146" y="225503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/>
          <p:cNvCxnSpPr/>
          <p:nvPr/>
        </p:nvCxnSpPr>
        <p:spPr>
          <a:xfrm rot="2220000">
            <a:off x="3898610" y="231244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/>
          <p:cNvCxnSpPr/>
          <p:nvPr/>
        </p:nvCxnSpPr>
        <p:spPr>
          <a:xfrm rot="2435999">
            <a:off x="3979302" y="237503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 rot="2652000">
            <a:off x="4055906" y="244256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/>
          <p:cNvCxnSpPr/>
          <p:nvPr/>
        </p:nvCxnSpPr>
        <p:spPr>
          <a:xfrm rot="2868000">
            <a:off x="4128117" y="25147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连接符 205"/>
          <p:cNvCxnSpPr/>
          <p:nvPr/>
        </p:nvCxnSpPr>
        <p:spPr>
          <a:xfrm rot="3084000">
            <a:off x="4195652" y="259138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 rot="3300000">
            <a:off x="4258244" y="267207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连接符 207"/>
          <p:cNvCxnSpPr/>
          <p:nvPr/>
        </p:nvCxnSpPr>
        <p:spPr>
          <a:xfrm rot="3515999">
            <a:off x="4315645" y="275653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连接符 208"/>
          <p:cNvCxnSpPr/>
          <p:nvPr/>
        </p:nvCxnSpPr>
        <p:spPr>
          <a:xfrm rot="3732000">
            <a:off x="4367630" y="284444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连接符 209"/>
          <p:cNvCxnSpPr/>
          <p:nvPr/>
        </p:nvCxnSpPr>
        <p:spPr>
          <a:xfrm rot="3948000">
            <a:off x="4413993" y="293543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/>
          <p:cNvCxnSpPr/>
          <p:nvPr/>
        </p:nvCxnSpPr>
        <p:spPr>
          <a:xfrm rot="4164000">
            <a:off x="4454551" y="302915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/>
          <p:cNvCxnSpPr/>
          <p:nvPr/>
        </p:nvCxnSpPr>
        <p:spPr>
          <a:xfrm rot="4380000">
            <a:off x="4489143" y="312524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连接符 212"/>
          <p:cNvCxnSpPr/>
          <p:nvPr/>
        </p:nvCxnSpPr>
        <p:spPr>
          <a:xfrm rot="4595999">
            <a:off x="4517635" y="32233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连接符 213"/>
          <p:cNvCxnSpPr/>
          <p:nvPr/>
        </p:nvCxnSpPr>
        <p:spPr>
          <a:xfrm rot="4812000">
            <a:off x="4539912" y="332297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连接符 214"/>
          <p:cNvCxnSpPr/>
          <p:nvPr/>
        </p:nvCxnSpPr>
        <p:spPr>
          <a:xfrm rot="5027999">
            <a:off x="4555887" y="342383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连接符 215"/>
          <p:cNvCxnSpPr/>
          <p:nvPr/>
        </p:nvCxnSpPr>
        <p:spPr>
          <a:xfrm rot="5244000">
            <a:off x="4565498" y="352550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连接符 216"/>
          <p:cNvCxnSpPr/>
          <p:nvPr/>
        </p:nvCxnSpPr>
        <p:spPr>
          <a:xfrm rot="5460000">
            <a:off x="4568706" y="36275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连接符 217"/>
          <p:cNvCxnSpPr/>
          <p:nvPr/>
        </p:nvCxnSpPr>
        <p:spPr>
          <a:xfrm rot="5675999">
            <a:off x="4565498" y="372965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连接符 218"/>
          <p:cNvCxnSpPr/>
          <p:nvPr/>
        </p:nvCxnSpPr>
        <p:spPr>
          <a:xfrm rot="5892000">
            <a:off x="4555887" y="383132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连接符 219"/>
          <p:cNvCxnSpPr/>
          <p:nvPr/>
        </p:nvCxnSpPr>
        <p:spPr>
          <a:xfrm rot="6107999">
            <a:off x="4539912" y="393218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/>
          <p:cNvCxnSpPr/>
          <p:nvPr/>
        </p:nvCxnSpPr>
        <p:spPr>
          <a:xfrm rot="6324000">
            <a:off x="4517635" y="403184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连接符 221"/>
          <p:cNvCxnSpPr/>
          <p:nvPr/>
        </p:nvCxnSpPr>
        <p:spPr>
          <a:xfrm rot="6540000">
            <a:off x="4489143" y="41299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/>
          <p:cNvCxnSpPr/>
          <p:nvPr/>
        </p:nvCxnSpPr>
        <p:spPr>
          <a:xfrm rot="6755999">
            <a:off x="4454551" y="422600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连接符 223"/>
          <p:cNvCxnSpPr/>
          <p:nvPr/>
        </p:nvCxnSpPr>
        <p:spPr>
          <a:xfrm rot="6972000">
            <a:off x="4413993" y="431972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连接符 224"/>
          <p:cNvCxnSpPr/>
          <p:nvPr/>
        </p:nvCxnSpPr>
        <p:spPr>
          <a:xfrm rot="7187999">
            <a:off x="4367630" y="44107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/>
          <p:nvPr/>
        </p:nvCxnSpPr>
        <p:spPr>
          <a:xfrm rot="7404000">
            <a:off x="4315645" y="449861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/>
          <p:cNvCxnSpPr/>
          <p:nvPr/>
        </p:nvCxnSpPr>
        <p:spPr>
          <a:xfrm rot="7620000">
            <a:off x="4258244" y="458308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227"/>
          <p:cNvCxnSpPr/>
          <p:nvPr/>
        </p:nvCxnSpPr>
        <p:spPr>
          <a:xfrm rot="7835999">
            <a:off x="4195652" y="466377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连接符 228"/>
          <p:cNvCxnSpPr/>
          <p:nvPr/>
        </p:nvCxnSpPr>
        <p:spPr>
          <a:xfrm rot="8052000">
            <a:off x="4128117" y="474037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/>
          <p:cNvCxnSpPr/>
          <p:nvPr/>
        </p:nvCxnSpPr>
        <p:spPr>
          <a:xfrm rot="8267999">
            <a:off x="4055906" y="481259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/>
          <p:cNvCxnSpPr/>
          <p:nvPr/>
        </p:nvCxnSpPr>
        <p:spPr>
          <a:xfrm rot="8484000">
            <a:off x="3979302" y="488012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/>
          <p:cNvCxnSpPr/>
          <p:nvPr/>
        </p:nvCxnSpPr>
        <p:spPr>
          <a:xfrm rot="8700000">
            <a:off x="3898610" y="49427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/>
          <p:cNvCxnSpPr/>
          <p:nvPr/>
        </p:nvCxnSpPr>
        <p:spPr>
          <a:xfrm rot="8915999">
            <a:off x="3814146" y="500011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/>
          <p:cNvCxnSpPr/>
          <p:nvPr/>
        </p:nvCxnSpPr>
        <p:spPr>
          <a:xfrm rot="9132000">
            <a:off x="3726245" y="505210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连接符 234"/>
          <p:cNvCxnSpPr/>
          <p:nvPr/>
        </p:nvCxnSpPr>
        <p:spPr>
          <a:xfrm rot="9347999">
            <a:off x="3635253" y="509846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/>
          <p:cNvCxnSpPr/>
          <p:nvPr/>
        </p:nvCxnSpPr>
        <p:spPr>
          <a:xfrm rot="9564000">
            <a:off x="3541529" y="513902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/>
          <p:cNvCxnSpPr/>
          <p:nvPr/>
        </p:nvCxnSpPr>
        <p:spPr>
          <a:xfrm rot="9780000">
            <a:off x="3445444" y="517361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/>
          <p:cNvCxnSpPr/>
          <p:nvPr/>
        </p:nvCxnSpPr>
        <p:spPr>
          <a:xfrm rot="9995999">
            <a:off x="3347376" y="52021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连接符 238"/>
          <p:cNvCxnSpPr/>
          <p:nvPr/>
        </p:nvCxnSpPr>
        <p:spPr>
          <a:xfrm rot="10211999">
            <a:off x="3247713" y="522438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连接符 239"/>
          <p:cNvCxnSpPr/>
          <p:nvPr/>
        </p:nvCxnSpPr>
        <p:spPr>
          <a:xfrm rot="10427999">
            <a:off x="3146848" y="524036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连接符 240"/>
          <p:cNvCxnSpPr/>
          <p:nvPr/>
        </p:nvCxnSpPr>
        <p:spPr>
          <a:xfrm rot="10644000">
            <a:off x="3045178" y="524997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连接符 241"/>
          <p:cNvCxnSpPr/>
          <p:nvPr/>
        </p:nvCxnSpPr>
        <p:spPr>
          <a:xfrm rot="10860000">
            <a:off x="2943106" y="52531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连接符 242"/>
          <p:cNvCxnSpPr/>
          <p:nvPr/>
        </p:nvCxnSpPr>
        <p:spPr>
          <a:xfrm rot="11076000">
            <a:off x="2841033" y="524997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连接符 243"/>
          <p:cNvCxnSpPr/>
          <p:nvPr/>
        </p:nvCxnSpPr>
        <p:spPr>
          <a:xfrm rot="11291999">
            <a:off x="2739365" y="524036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连接符 244"/>
          <p:cNvCxnSpPr/>
          <p:nvPr/>
        </p:nvCxnSpPr>
        <p:spPr>
          <a:xfrm rot="11507999">
            <a:off x="2638499" y="522438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连接符 245"/>
          <p:cNvCxnSpPr/>
          <p:nvPr/>
        </p:nvCxnSpPr>
        <p:spPr>
          <a:xfrm rot="11724000">
            <a:off x="2538836" y="52021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连接符 246"/>
          <p:cNvCxnSpPr/>
          <p:nvPr/>
        </p:nvCxnSpPr>
        <p:spPr>
          <a:xfrm rot="11940000">
            <a:off x="2440768" y="517361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连接符 247"/>
          <p:cNvCxnSpPr/>
          <p:nvPr/>
        </p:nvCxnSpPr>
        <p:spPr>
          <a:xfrm rot="12156000">
            <a:off x="2344682" y="513902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接连接符 248"/>
          <p:cNvCxnSpPr/>
          <p:nvPr/>
        </p:nvCxnSpPr>
        <p:spPr>
          <a:xfrm rot="12371999">
            <a:off x="2250960" y="509846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连接符 249"/>
          <p:cNvCxnSpPr/>
          <p:nvPr/>
        </p:nvCxnSpPr>
        <p:spPr>
          <a:xfrm rot="12587999">
            <a:off x="2159967" y="505210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连接符 250"/>
          <p:cNvCxnSpPr/>
          <p:nvPr/>
        </p:nvCxnSpPr>
        <p:spPr>
          <a:xfrm rot="12804000">
            <a:off x="2072066" y="500011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连接符 251"/>
          <p:cNvCxnSpPr/>
          <p:nvPr/>
        </p:nvCxnSpPr>
        <p:spPr>
          <a:xfrm rot="13020000">
            <a:off x="1987602" y="49427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连接符 252"/>
          <p:cNvCxnSpPr/>
          <p:nvPr/>
        </p:nvCxnSpPr>
        <p:spPr>
          <a:xfrm rot="13236000">
            <a:off x="1906909" y="488012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连接符 253"/>
          <p:cNvCxnSpPr/>
          <p:nvPr/>
        </p:nvCxnSpPr>
        <p:spPr>
          <a:xfrm rot="13451999">
            <a:off x="1830306" y="481259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连接符 254"/>
          <p:cNvCxnSpPr/>
          <p:nvPr/>
        </p:nvCxnSpPr>
        <p:spPr>
          <a:xfrm rot="13667999">
            <a:off x="1758095" y="47403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连接符 255"/>
          <p:cNvCxnSpPr/>
          <p:nvPr/>
        </p:nvCxnSpPr>
        <p:spPr>
          <a:xfrm rot="13884000">
            <a:off x="1690560" y="466377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接连接符 256"/>
          <p:cNvCxnSpPr/>
          <p:nvPr/>
        </p:nvCxnSpPr>
        <p:spPr>
          <a:xfrm rot="14100000">
            <a:off x="1627968" y="458308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连接符 257"/>
          <p:cNvCxnSpPr/>
          <p:nvPr/>
        </p:nvCxnSpPr>
        <p:spPr>
          <a:xfrm rot="14316000">
            <a:off x="1570566" y="449861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连接符 258"/>
          <p:cNvCxnSpPr/>
          <p:nvPr/>
        </p:nvCxnSpPr>
        <p:spPr>
          <a:xfrm rot="14531999">
            <a:off x="1518582" y="441071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连接符 259"/>
          <p:cNvCxnSpPr/>
          <p:nvPr/>
        </p:nvCxnSpPr>
        <p:spPr>
          <a:xfrm rot="14747999">
            <a:off x="1472219" y="431972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/>
          <p:cNvCxnSpPr/>
          <p:nvPr/>
        </p:nvCxnSpPr>
        <p:spPr>
          <a:xfrm rot="14964000">
            <a:off x="1431661" y="422600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接连接符 261"/>
          <p:cNvCxnSpPr/>
          <p:nvPr/>
        </p:nvCxnSpPr>
        <p:spPr>
          <a:xfrm rot="15180000">
            <a:off x="1397068" y="41299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连接符 262"/>
          <p:cNvCxnSpPr/>
          <p:nvPr/>
        </p:nvCxnSpPr>
        <p:spPr>
          <a:xfrm rot="15395999">
            <a:off x="1368577" y="403185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接连接符 263"/>
          <p:cNvCxnSpPr/>
          <p:nvPr/>
        </p:nvCxnSpPr>
        <p:spPr>
          <a:xfrm rot="15611999">
            <a:off x="1346300" y="393218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接连接符 264"/>
          <p:cNvCxnSpPr/>
          <p:nvPr/>
        </p:nvCxnSpPr>
        <p:spPr>
          <a:xfrm rot="15827999">
            <a:off x="1330324" y="383132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接连接符 265"/>
          <p:cNvCxnSpPr/>
          <p:nvPr/>
        </p:nvCxnSpPr>
        <p:spPr>
          <a:xfrm rot="16044000">
            <a:off x="1320714" y="372965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接连接符 266"/>
          <p:cNvCxnSpPr/>
          <p:nvPr/>
        </p:nvCxnSpPr>
        <p:spPr>
          <a:xfrm rot="-4628572">
            <a:off x="1358263" y="326584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接连接符 267"/>
          <p:cNvCxnSpPr/>
          <p:nvPr/>
        </p:nvCxnSpPr>
        <p:spPr>
          <a:xfrm rot="-4412572">
            <a:off x="1384104" y="316705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直接连接符 268"/>
          <p:cNvCxnSpPr/>
          <p:nvPr/>
        </p:nvCxnSpPr>
        <p:spPr>
          <a:xfrm rot="-4196571">
            <a:off x="1416097" y="307006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连接符 269"/>
          <p:cNvCxnSpPr/>
          <p:nvPr/>
        </p:nvCxnSpPr>
        <p:spPr>
          <a:xfrm rot="-3980571">
            <a:off x="1454116" y="297528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连接符 270"/>
          <p:cNvCxnSpPr/>
          <p:nvPr/>
        </p:nvCxnSpPr>
        <p:spPr>
          <a:xfrm rot="-3764572">
            <a:off x="1498012" y="28830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直接连接符 286"/>
          <p:cNvCxnSpPr/>
          <p:nvPr/>
        </p:nvCxnSpPr>
        <p:spPr>
          <a:xfrm rot="-308572">
            <a:off x="2797388" y="200852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接连接符 287"/>
          <p:cNvCxnSpPr/>
          <p:nvPr/>
        </p:nvCxnSpPr>
        <p:spPr>
          <a:xfrm rot="-92572">
            <a:off x="2899337" y="200256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直接连接符 288"/>
          <p:cNvCxnSpPr/>
          <p:nvPr/>
        </p:nvCxnSpPr>
        <p:spPr>
          <a:xfrm rot="123429">
            <a:off x="3001459" y="200302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接连接符 289"/>
          <p:cNvCxnSpPr/>
          <p:nvPr/>
        </p:nvCxnSpPr>
        <p:spPr>
          <a:xfrm rot="339429">
            <a:off x="3103350" y="200989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直接连接符 290"/>
          <p:cNvCxnSpPr/>
          <p:nvPr/>
        </p:nvCxnSpPr>
        <p:spPr>
          <a:xfrm rot="555428">
            <a:off x="3204609" y="202315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接连接符 291"/>
          <p:cNvCxnSpPr/>
          <p:nvPr/>
        </p:nvCxnSpPr>
        <p:spPr>
          <a:xfrm rot="771428">
            <a:off x="3304836" y="204273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接连接符 292"/>
          <p:cNvCxnSpPr/>
          <p:nvPr/>
        </p:nvCxnSpPr>
        <p:spPr>
          <a:xfrm rot="987428">
            <a:off x="3403635" y="206857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直接连接符 293"/>
          <p:cNvCxnSpPr/>
          <p:nvPr/>
        </p:nvCxnSpPr>
        <p:spPr>
          <a:xfrm rot="1203428">
            <a:off x="3500617" y="210057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接连接符 294"/>
          <p:cNvCxnSpPr/>
          <p:nvPr/>
        </p:nvCxnSpPr>
        <p:spPr>
          <a:xfrm rot="1419429">
            <a:off x="3595399" y="213858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直接连接符 295"/>
          <p:cNvCxnSpPr/>
          <p:nvPr/>
        </p:nvCxnSpPr>
        <p:spPr>
          <a:xfrm rot="1635428">
            <a:off x="3687606" y="218248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接连接符 296"/>
          <p:cNvCxnSpPr/>
          <p:nvPr/>
        </p:nvCxnSpPr>
        <p:spPr>
          <a:xfrm rot="1851428">
            <a:off x="3776875" y="223208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直接连接符 297"/>
          <p:cNvCxnSpPr/>
          <p:nvPr/>
        </p:nvCxnSpPr>
        <p:spPr>
          <a:xfrm rot="2067428">
            <a:off x="3862853" y="228719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直接连接符 298"/>
          <p:cNvCxnSpPr/>
          <p:nvPr/>
        </p:nvCxnSpPr>
        <p:spPr>
          <a:xfrm rot="2283429">
            <a:off x="3945202" y="234758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接连接符 299"/>
          <p:cNvCxnSpPr/>
          <p:nvPr/>
        </p:nvCxnSpPr>
        <p:spPr>
          <a:xfrm rot="2499428">
            <a:off x="4023596" y="241303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直接连接符 300"/>
          <p:cNvCxnSpPr/>
          <p:nvPr/>
        </p:nvCxnSpPr>
        <p:spPr>
          <a:xfrm rot="2715428">
            <a:off x="4097726" y="248327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直接连接符 301"/>
          <p:cNvCxnSpPr/>
          <p:nvPr/>
        </p:nvCxnSpPr>
        <p:spPr>
          <a:xfrm rot="2931428">
            <a:off x="4167299" y="255803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接连接符 302"/>
          <p:cNvCxnSpPr/>
          <p:nvPr/>
        </p:nvCxnSpPr>
        <p:spPr>
          <a:xfrm rot="3147428">
            <a:off x="4232041" y="263701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直接连接符 303"/>
          <p:cNvCxnSpPr/>
          <p:nvPr/>
        </p:nvCxnSpPr>
        <p:spPr>
          <a:xfrm rot="3363429">
            <a:off x="4291695" y="271989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直接连接符 304"/>
          <p:cNvCxnSpPr/>
          <p:nvPr/>
        </p:nvCxnSpPr>
        <p:spPr>
          <a:xfrm rot="3579428">
            <a:off x="4346028" y="280636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接连接符 305"/>
          <p:cNvCxnSpPr/>
          <p:nvPr/>
        </p:nvCxnSpPr>
        <p:spPr>
          <a:xfrm rot="3795428">
            <a:off x="4394824" y="289608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直接连接符 306"/>
          <p:cNvCxnSpPr/>
          <p:nvPr/>
        </p:nvCxnSpPr>
        <p:spPr>
          <a:xfrm rot="4011428">
            <a:off x="4437890" y="298867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直接连接符 307"/>
          <p:cNvCxnSpPr/>
          <p:nvPr/>
        </p:nvCxnSpPr>
        <p:spPr>
          <a:xfrm rot="4227428">
            <a:off x="4475057" y="308379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接连接符 308"/>
          <p:cNvCxnSpPr/>
          <p:nvPr/>
        </p:nvCxnSpPr>
        <p:spPr>
          <a:xfrm rot="4443429">
            <a:off x="4506179" y="318106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接连接符 309"/>
          <p:cNvCxnSpPr/>
          <p:nvPr/>
        </p:nvCxnSpPr>
        <p:spPr>
          <a:xfrm rot="4659428">
            <a:off x="4531132" y="328008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接连接符 310"/>
          <p:cNvCxnSpPr/>
          <p:nvPr/>
        </p:nvCxnSpPr>
        <p:spPr>
          <a:xfrm rot="4875428">
            <a:off x="4549817" y="338048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接连接符 311"/>
          <p:cNvCxnSpPr/>
          <p:nvPr/>
        </p:nvCxnSpPr>
        <p:spPr>
          <a:xfrm rot="5091428">
            <a:off x="4562162" y="348186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直接连接符 312"/>
          <p:cNvCxnSpPr/>
          <p:nvPr/>
        </p:nvCxnSpPr>
        <p:spPr>
          <a:xfrm rot="5307428">
            <a:off x="4568117" y="358381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直接连接符 313"/>
          <p:cNvCxnSpPr/>
          <p:nvPr/>
        </p:nvCxnSpPr>
        <p:spPr>
          <a:xfrm rot="5523429">
            <a:off x="4567658" y="368593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直接连接符 314"/>
          <p:cNvCxnSpPr/>
          <p:nvPr/>
        </p:nvCxnSpPr>
        <p:spPr>
          <a:xfrm rot="5739428">
            <a:off x="4560789" y="378782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直接连接符 315"/>
          <p:cNvCxnSpPr/>
          <p:nvPr/>
        </p:nvCxnSpPr>
        <p:spPr>
          <a:xfrm rot="5955428">
            <a:off x="4547534" y="388908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直接连接符 316"/>
          <p:cNvCxnSpPr/>
          <p:nvPr/>
        </p:nvCxnSpPr>
        <p:spPr>
          <a:xfrm rot="6171428">
            <a:off x="4527949" y="39893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接连接符 317"/>
          <p:cNvCxnSpPr/>
          <p:nvPr/>
        </p:nvCxnSpPr>
        <p:spPr>
          <a:xfrm rot="6387428">
            <a:off x="4502108" y="40881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直接连接符 318"/>
          <p:cNvCxnSpPr/>
          <p:nvPr/>
        </p:nvCxnSpPr>
        <p:spPr>
          <a:xfrm rot="6603429">
            <a:off x="4470115" y="418509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直接连接符 319"/>
          <p:cNvCxnSpPr/>
          <p:nvPr/>
        </p:nvCxnSpPr>
        <p:spPr>
          <a:xfrm rot="6819428">
            <a:off x="4432095" y="427987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直接连接符 320"/>
          <p:cNvCxnSpPr/>
          <p:nvPr/>
        </p:nvCxnSpPr>
        <p:spPr>
          <a:xfrm rot="7035428">
            <a:off x="4388199" y="43720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接连接符 321"/>
          <p:cNvCxnSpPr/>
          <p:nvPr/>
        </p:nvCxnSpPr>
        <p:spPr>
          <a:xfrm rot="7251428">
            <a:off x="4338600" y="446134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直接连接符 322"/>
          <p:cNvCxnSpPr/>
          <p:nvPr/>
        </p:nvCxnSpPr>
        <p:spPr>
          <a:xfrm rot="7467428">
            <a:off x="4283494" y="454732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直接连接符 323"/>
          <p:cNvCxnSpPr/>
          <p:nvPr/>
        </p:nvCxnSpPr>
        <p:spPr>
          <a:xfrm rot="7683429">
            <a:off x="4223097" y="462967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直接连接符 324"/>
          <p:cNvCxnSpPr/>
          <p:nvPr/>
        </p:nvCxnSpPr>
        <p:spPr>
          <a:xfrm rot="7899428">
            <a:off x="4157650" y="470806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直接连接符 325"/>
          <p:cNvCxnSpPr/>
          <p:nvPr/>
        </p:nvCxnSpPr>
        <p:spPr>
          <a:xfrm rot="8115428">
            <a:off x="4087408" y="478219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直接连接符 326"/>
          <p:cNvCxnSpPr/>
          <p:nvPr/>
        </p:nvCxnSpPr>
        <p:spPr>
          <a:xfrm rot="8331428">
            <a:off x="4012651" y="485177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直接连接符 327"/>
          <p:cNvCxnSpPr/>
          <p:nvPr/>
        </p:nvCxnSpPr>
        <p:spPr>
          <a:xfrm rot="8547428">
            <a:off x="3933673" y="491651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直接连接符 328"/>
          <p:cNvCxnSpPr/>
          <p:nvPr/>
        </p:nvCxnSpPr>
        <p:spPr>
          <a:xfrm rot="8763428">
            <a:off x="3850785" y="497616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直接连接符 329"/>
          <p:cNvCxnSpPr/>
          <p:nvPr/>
        </p:nvCxnSpPr>
        <p:spPr>
          <a:xfrm rot="8979428">
            <a:off x="3764316" y="503050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直接连接符 330"/>
          <p:cNvCxnSpPr/>
          <p:nvPr/>
        </p:nvCxnSpPr>
        <p:spPr>
          <a:xfrm rot="9195428">
            <a:off x="3674605" y="507929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直接连接符 331"/>
          <p:cNvCxnSpPr/>
          <p:nvPr/>
        </p:nvCxnSpPr>
        <p:spPr>
          <a:xfrm rot="9411428">
            <a:off x="3582008" y="512236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直接连接符 332"/>
          <p:cNvCxnSpPr/>
          <p:nvPr/>
        </p:nvCxnSpPr>
        <p:spPr>
          <a:xfrm rot="9627428">
            <a:off x="3486888" y="515953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接连接符 333"/>
          <p:cNvCxnSpPr/>
          <p:nvPr/>
        </p:nvCxnSpPr>
        <p:spPr>
          <a:xfrm rot="9843428">
            <a:off x="3389624" y="519065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连接符 334"/>
          <p:cNvCxnSpPr/>
          <p:nvPr/>
        </p:nvCxnSpPr>
        <p:spPr>
          <a:xfrm rot="10059428">
            <a:off x="3290596" y="521560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直接连接符 335"/>
          <p:cNvCxnSpPr/>
          <p:nvPr/>
        </p:nvCxnSpPr>
        <p:spPr>
          <a:xfrm rot="10275428">
            <a:off x="3190198" y="523429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接连接符 336"/>
          <p:cNvCxnSpPr/>
          <p:nvPr/>
        </p:nvCxnSpPr>
        <p:spPr>
          <a:xfrm rot="10491429">
            <a:off x="3088823" y="524663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接连接符 337"/>
          <p:cNvCxnSpPr/>
          <p:nvPr/>
        </p:nvCxnSpPr>
        <p:spPr>
          <a:xfrm rot="10707427">
            <a:off x="2986875" y="525258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直接连接符 338"/>
          <p:cNvCxnSpPr/>
          <p:nvPr/>
        </p:nvCxnSpPr>
        <p:spPr>
          <a:xfrm rot="10923428">
            <a:off x="2884753" y="525213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直接连接符 339"/>
          <p:cNvCxnSpPr/>
          <p:nvPr/>
        </p:nvCxnSpPr>
        <p:spPr>
          <a:xfrm rot="11139428">
            <a:off x="2782862" y="524526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直接连接符 340"/>
          <p:cNvCxnSpPr/>
          <p:nvPr/>
        </p:nvCxnSpPr>
        <p:spPr>
          <a:xfrm rot="11355428">
            <a:off x="2681603" y="523200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直接连接符 341"/>
          <p:cNvCxnSpPr/>
          <p:nvPr/>
        </p:nvCxnSpPr>
        <p:spPr>
          <a:xfrm rot="11571429">
            <a:off x="2581376" y="521242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直接连接符 342"/>
          <p:cNvCxnSpPr/>
          <p:nvPr/>
        </p:nvCxnSpPr>
        <p:spPr>
          <a:xfrm rot="11787427">
            <a:off x="2482577" y="518658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直接连接符 343"/>
          <p:cNvCxnSpPr/>
          <p:nvPr/>
        </p:nvCxnSpPr>
        <p:spPr>
          <a:xfrm rot="12003428">
            <a:off x="2385595" y="515458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直接连接符 344"/>
          <p:cNvCxnSpPr/>
          <p:nvPr/>
        </p:nvCxnSpPr>
        <p:spPr>
          <a:xfrm rot="12219428">
            <a:off x="2290813" y="511656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直接连接符 345"/>
          <p:cNvCxnSpPr/>
          <p:nvPr/>
        </p:nvCxnSpPr>
        <p:spPr>
          <a:xfrm rot="12435428">
            <a:off x="2198606" y="507267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直接连接符 346"/>
          <p:cNvCxnSpPr/>
          <p:nvPr/>
        </p:nvCxnSpPr>
        <p:spPr>
          <a:xfrm rot="12651429">
            <a:off x="2109337" y="502307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直接连接符 347"/>
          <p:cNvCxnSpPr/>
          <p:nvPr/>
        </p:nvCxnSpPr>
        <p:spPr>
          <a:xfrm rot="12867427">
            <a:off x="2023359" y="496796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直接连接符 348"/>
          <p:cNvCxnSpPr/>
          <p:nvPr/>
        </p:nvCxnSpPr>
        <p:spPr>
          <a:xfrm rot="13083428">
            <a:off x="1941010" y="490757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直接连接符 349"/>
          <p:cNvCxnSpPr/>
          <p:nvPr/>
        </p:nvCxnSpPr>
        <p:spPr>
          <a:xfrm rot="13299428">
            <a:off x="1862616" y="484212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直接连接符 350"/>
          <p:cNvCxnSpPr/>
          <p:nvPr/>
        </p:nvCxnSpPr>
        <p:spPr>
          <a:xfrm rot="13515428">
            <a:off x="1788486" y="477188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直接连接符 351"/>
          <p:cNvCxnSpPr/>
          <p:nvPr/>
        </p:nvCxnSpPr>
        <p:spPr>
          <a:xfrm rot="13731429">
            <a:off x="1718913" y="469712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直接连接符 352"/>
          <p:cNvCxnSpPr/>
          <p:nvPr/>
        </p:nvCxnSpPr>
        <p:spPr>
          <a:xfrm rot="13947427">
            <a:off x="1654172" y="461814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连接符 353"/>
          <p:cNvCxnSpPr/>
          <p:nvPr/>
        </p:nvCxnSpPr>
        <p:spPr>
          <a:xfrm rot="14163428">
            <a:off x="1594517" y="453525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直接连接符 354"/>
          <p:cNvCxnSpPr/>
          <p:nvPr/>
        </p:nvCxnSpPr>
        <p:spPr>
          <a:xfrm rot="14379428">
            <a:off x="1540184" y="444878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直接连接符 355"/>
          <p:cNvCxnSpPr/>
          <p:nvPr/>
        </p:nvCxnSpPr>
        <p:spPr>
          <a:xfrm rot="14595428">
            <a:off x="1491388" y="435907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接连接符 356"/>
          <p:cNvCxnSpPr/>
          <p:nvPr/>
        </p:nvCxnSpPr>
        <p:spPr>
          <a:xfrm rot="14811429">
            <a:off x="1448321" y="426648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直接连接符 357"/>
          <p:cNvCxnSpPr/>
          <p:nvPr/>
        </p:nvCxnSpPr>
        <p:spPr>
          <a:xfrm rot="15027427">
            <a:off x="1411154" y="417136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直接连接符 358"/>
          <p:cNvCxnSpPr/>
          <p:nvPr/>
        </p:nvCxnSpPr>
        <p:spPr>
          <a:xfrm rot="15243428">
            <a:off x="1380033" y="407409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直接连接符 359"/>
          <p:cNvCxnSpPr/>
          <p:nvPr/>
        </p:nvCxnSpPr>
        <p:spPr>
          <a:xfrm rot="15459428">
            <a:off x="1355080" y="397506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直接连接符 360"/>
          <p:cNvCxnSpPr/>
          <p:nvPr/>
        </p:nvCxnSpPr>
        <p:spPr>
          <a:xfrm rot="15675428">
            <a:off x="1336395" y="387467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直接连接符 361"/>
          <p:cNvCxnSpPr/>
          <p:nvPr/>
        </p:nvCxnSpPr>
        <p:spPr>
          <a:xfrm rot="15891429">
            <a:off x="1324050" y="377329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直接连接符 362"/>
          <p:cNvCxnSpPr/>
          <p:nvPr/>
        </p:nvCxnSpPr>
        <p:spPr>
          <a:xfrm rot="16107427">
            <a:off x="1318095" y="367134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直接连接符 363"/>
          <p:cNvCxnSpPr/>
          <p:nvPr/>
        </p:nvCxnSpPr>
        <p:spPr>
          <a:xfrm rot="16323428">
            <a:off x="1318554" y="356922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直接连接符 364"/>
          <p:cNvCxnSpPr/>
          <p:nvPr/>
        </p:nvCxnSpPr>
        <p:spPr>
          <a:xfrm rot="16539428">
            <a:off x="1325423" y="346733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直接连接符 365"/>
          <p:cNvCxnSpPr/>
          <p:nvPr/>
        </p:nvCxnSpPr>
        <p:spPr>
          <a:xfrm rot="16755428">
            <a:off x="1338677" y="336607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弧形 15"/>
          <p:cNvSpPr/>
          <p:nvPr/>
        </p:nvSpPr>
        <p:spPr>
          <a:xfrm>
            <a:off x="1112520" y="1903730"/>
            <a:ext cx="3617595" cy="3636010"/>
          </a:xfrm>
          <a:prstGeom prst="arc">
            <a:avLst>
              <a:gd name="adj1" fmla="val 15783380"/>
              <a:gd name="adj2" fmla="val 12488134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0" name="任意多边形: 形状 369"/>
          <p:cNvSpPr/>
          <p:nvPr/>
        </p:nvSpPr>
        <p:spPr>
          <a:xfrm>
            <a:off x="6823943" y="4446014"/>
            <a:ext cx="103694" cy="18854"/>
          </a:xfrm>
          <a:custGeom>
            <a:avLst/>
            <a:gdLst>
              <a:gd name="connsiteX0" fmla="*/ 103694 w 103694"/>
              <a:gd name="connsiteY0" fmla="*/ 18854 h 18854"/>
              <a:gd name="connsiteX1" fmla="*/ 0 w 103694"/>
              <a:gd name="connsiteY1" fmla="*/ 0 h 18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694" h="18854">
                <a:moveTo>
                  <a:pt x="103694" y="18854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36"/>
          <p:cNvSpPr/>
          <p:nvPr/>
        </p:nvSpPr>
        <p:spPr>
          <a:xfrm>
            <a:off x="5769610" y="3594100"/>
            <a:ext cx="85725" cy="19050"/>
          </a:xfrm>
          <a:custGeom>
            <a:avLst/>
            <a:gdLst>
              <a:gd name="connsiteX0" fmla="*/ 103694 w 103694"/>
              <a:gd name="connsiteY0" fmla="*/ 18854 h 18854"/>
              <a:gd name="connsiteX1" fmla="*/ 0 w 103694"/>
              <a:gd name="connsiteY1" fmla="*/ 0 h 18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694" h="18854">
                <a:moveTo>
                  <a:pt x="103694" y="18854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768975" y="2466340"/>
            <a:ext cx="5960745" cy="304609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可随时呼叫原生外援（嫁接原生组件）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如果你需要针对应用的某一部分特别优化，中途换用原生代码编写也很容易。 想要应用的一部分用原生，一部分用React Native也完全没问题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import NativeModules from 'react-native'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弧形 9"/>
          <p:cNvSpPr/>
          <p:nvPr/>
        </p:nvSpPr>
        <p:spPr>
          <a:xfrm rot="12761059">
            <a:off x="332806" y="244897"/>
            <a:ext cx="720000" cy="72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/>
          <p:cNvSpPr/>
          <p:nvPr/>
        </p:nvSpPr>
        <p:spPr>
          <a:xfrm>
            <a:off x="242806" y="154897"/>
            <a:ext cx="900000" cy="90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72847" y="312510"/>
            <a:ext cx="635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05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800000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1320799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666365" y="312420"/>
            <a:ext cx="2133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</a:rPr>
              <a:t>有个好爹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69610" y="815975"/>
            <a:ext cx="1837690" cy="539750"/>
            <a:chOff x="6823943" y="1118892"/>
            <a:chExt cx="2016080" cy="540000"/>
          </a:xfrm>
        </p:grpSpPr>
        <p:sp>
          <p:nvSpPr>
            <p:cNvPr id="21" name="矩形: 圆角 20"/>
            <p:cNvSpPr/>
            <p:nvPr/>
          </p:nvSpPr>
          <p:spPr>
            <a:xfrm>
              <a:off x="6823943" y="1118892"/>
              <a:ext cx="2016000" cy="540000"/>
            </a:xfrm>
            <a:prstGeom prst="roundRect">
              <a:avLst/>
            </a:prstGeom>
            <a:solidFill>
              <a:schemeClr val="tx1">
                <a:lumMod val="75000"/>
                <a:lumOff val="25000"/>
                <a:alpha val="39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823943" y="1131598"/>
              <a:ext cx="2016080" cy="522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</a:rPr>
                <a:t>FaceBook</a:t>
              </a:r>
              <a:endParaRPr lang="en-US" altLang="zh-CN" sz="2800" dirty="0">
                <a:solidFill>
                  <a:schemeClr val="bg1"/>
                </a:solidFill>
              </a:endParaRPr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6823943" y="1361465"/>
              <a:ext cx="103694" cy="18854"/>
            </a:xfrm>
            <a:custGeom>
              <a:avLst/>
              <a:gdLst>
                <a:gd name="connsiteX0" fmla="*/ 103694 w 103694"/>
                <a:gd name="connsiteY0" fmla="*/ 18854 h 18854"/>
                <a:gd name="connsiteX1" fmla="*/ 0 w 103694"/>
                <a:gd name="connsiteY1" fmla="*/ 0 h 18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694" h="18854">
                  <a:moveTo>
                    <a:pt x="103694" y="18854"/>
                  </a:moveTo>
                  <a:lnTo>
                    <a:pt x="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椭圆 5"/>
          <p:cNvSpPr/>
          <p:nvPr/>
        </p:nvSpPr>
        <p:spPr>
          <a:xfrm>
            <a:off x="1413106" y="2193552"/>
            <a:ext cx="3060000" cy="3060000"/>
          </a:xfrm>
          <a:prstGeom prst="ellipse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7" name="直接连接符 166"/>
          <p:cNvCxnSpPr/>
          <p:nvPr/>
        </p:nvCxnSpPr>
        <p:spPr>
          <a:xfrm rot="-5340000">
            <a:off x="1317506" y="36275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/>
          <p:cNvCxnSpPr/>
          <p:nvPr/>
        </p:nvCxnSpPr>
        <p:spPr>
          <a:xfrm rot="-5124000">
            <a:off x="1320714" y="352550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/>
          <p:nvPr/>
        </p:nvCxnSpPr>
        <p:spPr>
          <a:xfrm rot="-4908000">
            <a:off x="1330324" y="342383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/>
          <p:nvPr/>
        </p:nvCxnSpPr>
        <p:spPr>
          <a:xfrm rot="-4692000">
            <a:off x="1346300" y="332297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/>
          <p:cNvCxnSpPr/>
          <p:nvPr/>
        </p:nvCxnSpPr>
        <p:spPr>
          <a:xfrm rot="-4476000">
            <a:off x="1368577" y="32233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/>
          <p:cNvCxnSpPr/>
          <p:nvPr/>
        </p:nvCxnSpPr>
        <p:spPr>
          <a:xfrm rot="-4260000">
            <a:off x="1397068" y="312524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/>
          <p:nvPr/>
        </p:nvCxnSpPr>
        <p:spPr>
          <a:xfrm rot="-4044000">
            <a:off x="1431661" y="302915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/>
        </p:nvCxnSpPr>
        <p:spPr>
          <a:xfrm rot="-3828000">
            <a:off x="1472219" y="293543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/>
        </p:nvCxnSpPr>
        <p:spPr>
          <a:xfrm rot="-3612000">
            <a:off x="1518582" y="284444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连接符 189"/>
          <p:cNvCxnSpPr/>
          <p:nvPr/>
        </p:nvCxnSpPr>
        <p:spPr>
          <a:xfrm rot="-372000">
            <a:off x="2739364" y="201479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连接符 190"/>
          <p:cNvCxnSpPr/>
          <p:nvPr/>
        </p:nvCxnSpPr>
        <p:spPr>
          <a:xfrm rot="-156000">
            <a:off x="2841033" y="200518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连接符 191"/>
          <p:cNvCxnSpPr/>
          <p:nvPr/>
        </p:nvCxnSpPr>
        <p:spPr>
          <a:xfrm rot="60000">
            <a:off x="2943106" y="20019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rot="276000">
            <a:off x="3045178" y="200518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连接符 193"/>
          <p:cNvCxnSpPr/>
          <p:nvPr/>
        </p:nvCxnSpPr>
        <p:spPr>
          <a:xfrm rot="492000">
            <a:off x="3146847" y="201479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/>
          <p:cNvCxnSpPr/>
          <p:nvPr/>
        </p:nvCxnSpPr>
        <p:spPr>
          <a:xfrm rot="708000">
            <a:off x="3247713" y="203077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/>
          <p:cNvCxnSpPr/>
          <p:nvPr/>
        </p:nvCxnSpPr>
        <p:spPr>
          <a:xfrm rot="924000">
            <a:off x="3347376" y="205305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/>
          <p:nvPr/>
        </p:nvCxnSpPr>
        <p:spPr>
          <a:xfrm rot="1140000">
            <a:off x="3445444" y="208154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/>
        </p:nvCxnSpPr>
        <p:spPr>
          <a:xfrm rot="1356000">
            <a:off x="3541529" y="211613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/>
          <p:nvPr/>
        </p:nvCxnSpPr>
        <p:spPr>
          <a:xfrm rot="1572000">
            <a:off x="3635253" y="215669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连接符 199"/>
          <p:cNvCxnSpPr/>
          <p:nvPr/>
        </p:nvCxnSpPr>
        <p:spPr>
          <a:xfrm rot="1788000">
            <a:off x="3726245" y="220305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连接符 200"/>
          <p:cNvCxnSpPr/>
          <p:nvPr/>
        </p:nvCxnSpPr>
        <p:spPr>
          <a:xfrm rot="2004000">
            <a:off x="3814146" y="225503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/>
          <p:cNvCxnSpPr/>
          <p:nvPr/>
        </p:nvCxnSpPr>
        <p:spPr>
          <a:xfrm rot="2220000">
            <a:off x="3898610" y="231244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/>
          <p:cNvCxnSpPr/>
          <p:nvPr/>
        </p:nvCxnSpPr>
        <p:spPr>
          <a:xfrm rot="2435999">
            <a:off x="3979302" y="237503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 rot="2652000">
            <a:off x="4055906" y="244256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/>
          <p:cNvCxnSpPr/>
          <p:nvPr/>
        </p:nvCxnSpPr>
        <p:spPr>
          <a:xfrm rot="2868000">
            <a:off x="4128117" y="25147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连接符 205"/>
          <p:cNvCxnSpPr/>
          <p:nvPr/>
        </p:nvCxnSpPr>
        <p:spPr>
          <a:xfrm rot="3084000">
            <a:off x="4195652" y="259138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 rot="3300000">
            <a:off x="4258244" y="267207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连接符 207"/>
          <p:cNvCxnSpPr/>
          <p:nvPr/>
        </p:nvCxnSpPr>
        <p:spPr>
          <a:xfrm rot="3515999">
            <a:off x="4315645" y="275653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连接符 208"/>
          <p:cNvCxnSpPr/>
          <p:nvPr/>
        </p:nvCxnSpPr>
        <p:spPr>
          <a:xfrm rot="3732000">
            <a:off x="4367630" y="284444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连接符 209"/>
          <p:cNvCxnSpPr/>
          <p:nvPr/>
        </p:nvCxnSpPr>
        <p:spPr>
          <a:xfrm rot="3948000">
            <a:off x="4413993" y="293543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/>
          <p:cNvCxnSpPr/>
          <p:nvPr/>
        </p:nvCxnSpPr>
        <p:spPr>
          <a:xfrm rot="4164000">
            <a:off x="4454551" y="302915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/>
          <p:cNvCxnSpPr/>
          <p:nvPr/>
        </p:nvCxnSpPr>
        <p:spPr>
          <a:xfrm rot="4380000">
            <a:off x="4489143" y="312524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连接符 212"/>
          <p:cNvCxnSpPr/>
          <p:nvPr/>
        </p:nvCxnSpPr>
        <p:spPr>
          <a:xfrm rot="4595999">
            <a:off x="4517635" y="32233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连接符 213"/>
          <p:cNvCxnSpPr/>
          <p:nvPr/>
        </p:nvCxnSpPr>
        <p:spPr>
          <a:xfrm rot="4812000">
            <a:off x="4539912" y="332297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连接符 214"/>
          <p:cNvCxnSpPr/>
          <p:nvPr/>
        </p:nvCxnSpPr>
        <p:spPr>
          <a:xfrm rot="5027999">
            <a:off x="4555887" y="342383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连接符 215"/>
          <p:cNvCxnSpPr/>
          <p:nvPr/>
        </p:nvCxnSpPr>
        <p:spPr>
          <a:xfrm rot="5244000">
            <a:off x="4565498" y="352550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连接符 216"/>
          <p:cNvCxnSpPr/>
          <p:nvPr/>
        </p:nvCxnSpPr>
        <p:spPr>
          <a:xfrm rot="5460000">
            <a:off x="4568706" y="36275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连接符 217"/>
          <p:cNvCxnSpPr/>
          <p:nvPr/>
        </p:nvCxnSpPr>
        <p:spPr>
          <a:xfrm rot="5675999">
            <a:off x="4565498" y="372965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连接符 218"/>
          <p:cNvCxnSpPr/>
          <p:nvPr/>
        </p:nvCxnSpPr>
        <p:spPr>
          <a:xfrm rot="5892000">
            <a:off x="4555887" y="383132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连接符 219"/>
          <p:cNvCxnSpPr/>
          <p:nvPr/>
        </p:nvCxnSpPr>
        <p:spPr>
          <a:xfrm rot="6107999">
            <a:off x="4539912" y="393218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/>
          <p:cNvCxnSpPr/>
          <p:nvPr/>
        </p:nvCxnSpPr>
        <p:spPr>
          <a:xfrm rot="6324000">
            <a:off x="4517635" y="403184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连接符 221"/>
          <p:cNvCxnSpPr/>
          <p:nvPr/>
        </p:nvCxnSpPr>
        <p:spPr>
          <a:xfrm rot="6540000">
            <a:off x="4489143" y="41299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/>
          <p:cNvCxnSpPr/>
          <p:nvPr/>
        </p:nvCxnSpPr>
        <p:spPr>
          <a:xfrm rot="6755999">
            <a:off x="4454551" y="422600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连接符 223"/>
          <p:cNvCxnSpPr/>
          <p:nvPr/>
        </p:nvCxnSpPr>
        <p:spPr>
          <a:xfrm rot="6972000">
            <a:off x="4413993" y="431972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连接符 224"/>
          <p:cNvCxnSpPr/>
          <p:nvPr/>
        </p:nvCxnSpPr>
        <p:spPr>
          <a:xfrm rot="7187999">
            <a:off x="4367630" y="44107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/>
          <p:nvPr/>
        </p:nvCxnSpPr>
        <p:spPr>
          <a:xfrm rot="7404000">
            <a:off x="4315645" y="449861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/>
          <p:cNvCxnSpPr/>
          <p:nvPr/>
        </p:nvCxnSpPr>
        <p:spPr>
          <a:xfrm rot="7620000">
            <a:off x="4258244" y="458308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227"/>
          <p:cNvCxnSpPr/>
          <p:nvPr/>
        </p:nvCxnSpPr>
        <p:spPr>
          <a:xfrm rot="7835999">
            <a:off x="4195652" y="466377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连接符 228"/>
          <p:cNvCxnSpPr/>
          <p:nvPr/>
        </p:nvCxnSpPr>
        <p:spPr>
          <a:xfrm rot="8052000">
            <a:off x="4128117" y="474037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/>
          <p:cNvCxnSpPr/>
          <p:nvPr/>
        </p:nvCxnSpPr>
        <p:spPr>
          <a:xfrm rot="8267999">
            <a:off x="4055906" y="481259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/>
          <p:cNvCxnSpPr/>
          <p:nvPr/>
        </p:nvCxnSpPr>
        <p:spPr>
          <a:xfrm rot="8484000">
            <a:off x="3979302" y="488012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/>
          <p:cNvCxnSpPr/>
          <p:nvPr/>
        </p:nvCxnSpPr>
        <p:spPr>
          <a:xfrm rot="8700000">
            <a:off x="3898610" y="49427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/>
          <p:cNvCxnSpPr/>
          <p:nvPr/>
        </p:nvCxnSpPr>
        <p:spPr>
          <a:xfrm rot="8915999">
            <a:off x="3814146" y="500011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/>
          <p:cNvCxnSpPr/>
          <p:nvPr/>
        </p:nvCxnSpPr>
        <p:spPr>
          <a:xfrm rot="9132000">
            <a:off x="3726245" y="505210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连接符 234"/>
          <p:cNvCxnSpPr/>
          <p:nvPr/>
        </p:nvCxnSpPr>
        <p:spPr>
          <a:xfrm rot="9347999">
            <a:off x="3635253" y="509846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/>
          <p:cNvCxnSpPr/>
          <p:nvPr/>
        </p:nvCxnSpPr>
        <p:spPr>
          <a:xfrm rot="9564000">
            <a:off x="3541529" y="513902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/>
          <p:cNvCxnSpPr/>
          <p:nvPr/>
        </p:nvCxnSpPr>
        <p:spPr>
          <a:xfrm rot="9780000">
            <a:off x="3445444" y="517361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/>
          <p:cNvCxnSpPr/>
          <p:nvPr/>
        </p:nvCxnSpPr>
        <p:spPr>
          <a:xfrm rot="9995999">
            <a:off x="3347376" y="52021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连接符 238"/>
          <p:cNvCxnSpPr/>
          <p:nvPr/>
        </p:nvCxnSpPr>
        <p:spPr>
          <a:xfrm rot="10211999">
            <a:off x="3247713" y="522438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连接符 239"/>
          <p:cNvCxnSpPr/>
          <p:nvPr/>
        </p:nvCxnSpPr>
        <p:spPr>
          <a:xfrm rot="10427999">
            <a:off x="3146848" y="524036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连接符 240"/>
          <p:cNvCxnSpPr/>
          <p:nvPr/>
        </p:nvCxnSpPr>
        <p:spPr>
          <a:xfrm rot="10644000">
            <a:off x="3045178" y="524997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连接符 241"/>
          <p:cNvCxnSpPr/>
          <p:nvPr/>
        </p:nvCxnSpPr>
        <p:spPr>
          <a:xfrm rot="10860000">
            <a:off x="2943106" y="52531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连接符 242"/>
          <p:cNvCxnSpPr/>
          <p:nvPr/>
        </p:nvCxnSpPr>
        <p:spPr>
          <a:xfrm rot="11076000">
            <a:off x="2841033" y="524997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连接符 243"/>
          <p:cNvCxnSpPr/>
          <p:nvPr/>
        </p:nvCxnSpPr>
        <p:spPr>
          <a:xfrm rot="11291999">
            <a:off x="2739365" y="524036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连接符 244"/>
          <p:cNvCxnSpPr/>
          <p:nvPr/>
        </p:nvCxnSpPr>
        <p:spPr>
          <a:xfrm rot="11507999">
            <a:off x="2638499" y="522438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连接符 245"/>
          <p:cNvCxnSpPr/>
          <p:nvPr/>
        </p:nvCxnSpPr>
        <p:spPr>
          <a:xfrm rot="11724000">
            <a:off x="2538836" y="52021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连接符 246"/>
          <p:cNvCxnSpPr/>
          <p:nvPr/>
        </p:nvCxnSpPr>
        <p:spPr>
          <a:xfrm rot="11940000">
            <a:off x="2440768" y="517361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连接符 247"/>
          <p:cNvCxnSpPr/>
          <p:nvPr/>
        </p:nvCxnSpPr>
        <p:spPr>
          <a:xfrm rot="12156000">
            <a:off x="2344682" y="513902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接连接符 248"/>
          <p:cNvCxnSpPr/>
          <p:nvPr/>
        </p:nvCxnSpPr>
        <p:spPr>
          <a:xfrm rot="12371999">
            <a:off x="2250960" y="509846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连接符 249"/>
          <p:cNvCxnSpPr/>
          <p:nvPr/>
        </p:nvCxnSpPr>
        <p:spPr>
          <a:xfrm rot="12587999">
            <a:off x="2159967" y="505210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连接符 250"/>
          <p:cNvCxnSpPr/>
          <p:nvPr/>
        </p:nvCxnSpPr>
        <p:spPr>
          <a:xfrm rot="12804000">
            <a:off x="2072066" y="500011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连接符 251"/>
          <p:cNvCxnSpPr/>
          <p:nvPr/>
        </p:nvCxnSpPr>
        <p:spPr>
          <a:xfrm rot="13020000">
            <a:off x="1987602" y="49427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连接符 252"/>
          <p:cNvCxnSpPr/>
          <p:nvPr/>
        </p:nvCxnSpPr>
        <p:spPr>
          <a:xfrm rot="13236000">
            <a:off x="1906909" y="488012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连接符 253"/>
          <p:cNvCxnSpPr/>
          <p:nvPr/>
        </p:nvCxnSpPr>
        <p:spPr>
          <a:xfrm rot="13451999">
            <a:off x="1830306" y="481259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连接符 254"/>
          <p:cNvCxnSpPr/>
          <p:nvPr/>
        </p:nvCxnSpPr>
        <p:spPr>
          <a:xfrm rot="13667999">
            <a:off x="1758095" y="47403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连接符 255"/>
          <p:cNvCxnSpPr/>
          <p:nvPr/>
        </p:nvCxnSpPr>
        <p:spPr>
          <a:xfrm rot="13884000">
            <a:off x="1690560" y="466377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接连接符 256"/>
          <p:cNvCxnSpPr/>
          <p:nvPr/>
        </p:nvCxnSpPr>
        <p:spPr>
          <a:xfrm rot="14100000">
            <a:off x="1627968" y="458308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连接符 257"/>
          <p:cNvCxnSpPr/>
          <p:nvPr/>
        </p:nvCxnSpPr>
        <p:spPr>
          <a:xfrm rot="14316000">
            <a:off x="1570566" y="449861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连接符 258"/>
          <p:cNvCxnSpPr/>
          <p:nvPr/>
        </p:nvCxnSpPr>
        <p:spPr>
          <a:xfrm rot="14531999">
            <a:off x="1518582" y="441071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连接符 259"/>
          <p:cNvCxnSpPr/>
          <p:nvPr/>
        </p:nvCxnSpPr>
        <p:spPr>
          <a:xfrm rot="14747999">
            <a:off x="1472219" y="431972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/>
          <p:cNvCxnSpPr/>
          <p:nvPr/>
        </p:nvCxnSpPr>
        <p:spPr>
          <a:xfrm rot="14964000">
            <a:off x="1431661" y="422600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接连接符 261"/>
          <p:cNvCxnSpPr/>
          <p:nvPr/>
        </p:nvCxnSpPr>
        <p:spPr>
          <a:xfrm rot="15180000">
            <a:off x="1397068" y="412991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连接符 262"/>
          <p:cNvCxnSpPr/>
          <p:nvPr/>
        </p:nvCxnSpPr>
        <p:spPr>
          <a:xfrm rot="15395999">
            <a:off x="1368577" y="403185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接连接符 263"/>
          <p:cNvCxnSpPr/>
          <p:nvPr/>
        </p:nvCxnSpPr>
        <p:spPr>
          <a:xfrm rot="15611999">
            <a:off x="1346300" y="393218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接连接符 264"/>
          <p:cNvCxnSpPr/>
          <p:nvPr/>
        </p:nvCxnSpPr>
        <p:spPr>
          <a:xfrm rot="15827999">
            <a:off x="1330324" y="383132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接连接符 265"/>
          <p:cNvCxnSpPr/>
          <p:nvPr/>
        </p:nvCxnSpPr>
        <p:spPr>
          <a:xfrm rot="16044000">
            <a:off x="1320714" y="372965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接连接符 266"/>
          <p:cNvCxnSpPr/>
          <p:nvPr/>
        </p:nvCxnSpPr>
        <p:spPr>
          <a:xfrm rot="-4628572">
            <a:off x="1358263" y="326584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接连接符 267"/>
          <p:cNvCxnSpPr/>
          <p:nvPr/>
        </p:nvCxnSpPr>
        <p:spPr>
          <a:xfrm rot="-4412572">
            <a:off x="1384104" y="316705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直接连接符 268"/>
          <p:cNvCxnSpPr/>
          <p:nvPr/>
        </p:nvCxnSpPr>
        <p:spPr>
          <a:xfrm rot="-4196571">
            <a:off x="1416097" y="307006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连接符 269"/>
          <p:cNvCxnSpPr/>
          <p:nvPr/>
        </p:nvCxnSpPr>
        <p:spPr>
          <a:xfrm rot="-3980571">
            <a:off x="1454116" y="297528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连接符 270"/>
          <p:cNvCxnSpPr/>
          <p:nvPr/>
        </p:nvCxnSpPr>
        <p:spPr>
          <a:xfrm rot="-3764572">
            <a:off x="1498012" y="28830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直接连接符 286"/>
          <p:cNvCxnSpPr/>
          <p:nvPr/>
        </p:nvCxnSpPr>
        <p:spPr>
          <a:xfrm rot="-308572">
            <a:off x="2797388" y="200852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接连接符 287"/>
          <p:cNvCxnSpPr/>
          <p:nvPr/>
        </p:nvCxnSpPr>
        <p:spPr>
          <a:xfrm rot="-92572">
            <a:off x="2899337" y="200256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直接连接符 288"/>
          <p:cNvCxnSpPr/>
          <p:nvPr/>
        </p:nvCxnSpPr>
        <p:spPr>
          <a:xfrm rot="123429">
            <a:off x="3001459" y="200302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接连接符 289"/>
          <p:cNvCxnSpPr/>
          <p:nvPr/>
        </p:nvCxnSpPr>
        <p:spPr>
          <a:xfrm rot="339429">
            <a:off x="3103350" y="200989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直接连接符 290"/>
          <p:cNvCxnSpPr/>
          <p:nvPr/>
        </p:nvCxnSpPr>
        <p:spPr>
          <a:xfrm rot="555428">
            <a:off x="3204609" y="202315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接连接符 291"/>
          <p:cNvCxnSpPr/>
          <p:nvPr/>
        </p:nvCxnSpPr>
        <p:spPr>
          <a:xfrm rot="771428">
            <a:off x="3304836" y="204273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接连接符 292"/>
          <p:cNvCxnSpPr/>
          <p:nvPr/>
        </p:nvCxnSpPr>
        <p:spPr>
          <a:xfrm rot="987428">
            <a:off x="3403635" y="206857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直接连接符 293"/>
          <p:cNvCxnSpPr/>
          <p:nvPr/>
        </p:nvCxnSpPr>
        <p:spPr>
          <a:xfrm rot="1203428">
            <a:off x="3500617" y="210057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接连接符 294"/>
          <p:cNvCxnSpPr/>
          <p:nvPr/>
        </p:nvCxnSpPr>
        <p:spPr>
          <a:xfrm rot="1419429">
            <a:off x="3595399" y="213858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直接连接符 295"/>
          <p:cNvCxnSpPr/>
          <p:nvPr/>
        </p:nvCxnSpPr>
        <p:spPr>
          <a:xfrm rot="1635428">
            <a:off x="3687606" y="218248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接连接符 296"/>
          <p:cNvCxnSpPr/>
          <p:nvPr/>
        </p:nvCxnSpPr>
        <p:spPr>
          <a:xfrm rot="1851428">
            <a:off x="3776875" y="223208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直接连接符 297"/>
          <p:cNvCxnSpPr/>
          <p:nvPr/>
        </p:nvCxnSpPr>
        <p:spPr>
          <a:xfrm rot="2067428">
            <a:off x="3862853" y="228719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直接连接符 298"/>
          <p:cNvCxnSpPr/>
          <p:nvPr/>
        </p:nvCxnSpPr>
        <p:spPr>
          <a:xfrm rot="2283429">
            <a:off x="3945202" y="234758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接连接符 299"/>
          <p:cNvCxnSpPr/>
          <p:nvPr/>
        </p:nvCxnSpPr>
        <p:spPr>
          <a:xfrm rot="2499428">
            <a:off x="4023596" y="241303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直接连接符 300"/>
          <p:cNvCxnSpPr/>
          <p:nvPr/>
        </p:nvCxnSpPr>
        <p:spPr>
          <a:xfrm rot="2715428">
            <a:off x="4097726" y="248327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直接连接符 301"/>
          <p:cNvCxnSpPr/>
          <p:nvPr/>
        </p:nvCxnSpPr>
        <p:spPr>
          <a:xfrm rot="2931428">
            <a:off x="4167299" y="255803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接连接符 302"/>
          <p:cNvCxnSpPr/>
          <p:nvPr/>
        </p:nvCxnSpPr>
        <p:spPr>
          <a:xfrm rot="3147428">
            <a:off x="4232041" y="263701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直接连接符 303"/>
          <p:cNvCxnSpPr/>
          <p:nvPr/>
        </p:nvCxnSpPr>
        <p:spPr>
          <a:xfrm rot="3363429">
            <a:off x="4291695" y="271989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直接连接符 304"/>
          <p:cNvCxnSpPr/>
          <p:nvPr/>
        </p:nvCxnSpPr>
        <p:spPr>
          <a:xfrm rot="3579428">
            <a:off x="4346028" y="280636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接连接符 305"/>
          <p:cNvCxnSpPr/>
          <p:nvPr/>
        </p:nvCxnSpPr>
        <p:spPr>
          <a:xfrm rot="3795428">
            <a:off x="4394824" y="289608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直接连接符 306"/>
          <p:cNvCxnSpPr/>
          <p:nvPr/>
        </p:nvCxnSpPr>
        <p:spPr>
          <a:xfrm rot="4011428">
            <a:off x="4437890" y="298867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直接连接符 307"/>
          <p:cNvCxnSpPr/>
          <p:nvPr/>
        </p:nvCxnSpPr>
        <p:spPr>
          <a:xfrm rot="4227428">
            <a:off x="4475057" y="308379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接连接符 308"/>
          <p:cNvCxnSpPr/>
          <p:nvPr/>
        </p:nvCxnSpPr>
        <p:spPr>
          <a:xfrm rot="4443429">
            <a:off x="4506179" y="318106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接连接符 309"/>
          <p:cNvCxnSpPr/>
          <p:nvPr/>
        </p:nvCxnSpPr>
        <p:spPr>
          <a:xfrm rot="4659428">
            <a:off x="4531132" y="328008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接连接符 310"/>
          <p:cNvCxnSpPr/>
          <p:nvPr/>
        </p:nvCxnSpPr>
        <p:spPr>
          <a:xfrm rot="4875428">
            <a:off x="4549817" y="338048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接连接符 311"/>
          <p:cNvCxnSpPr/>
          <p:nvPr/>
        </p:nvCxnSpPr>
        <p:spPr>
          <a:xfrm rot="5091428">
            <a:off x="4562162" y="348186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直接连接符 312"/>
          <p:cNvCxnSpPr/>
          <p:nvPr/>
        </p:nvCxnSpPr>
        <p:spPr>
          <a:xfrm rot="5307428">
            <a:off x="4568117" y="358381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直接连接符 313"/>
          <p:cNvCxnSpPr/>
          <p:nvPr/>
        </p:nvCxnSpPr>
        <p:spPr>
          <a:xfrm rot="5523429">
            <a:off x="4567658" y="368593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直接连接符 314"/>
          <p:cNvCxnSpPr/>
          <p:nvPr/>
        </p:nvCxnSpPr>
        <p:spPr>
          <a:xfrm rot="5739428">
            <a:off x="4560789" y="378782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直接连接符 315"/>
          <p:cNvCxnSpPr/>
          <p:nvPr/>
        </p:nvCxnSpPr>
        <p:spPr>
          <a:xfrm rot="5955428">
            <a:off x="4547534" y="388908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直接连接符 316"/>
          <p:cNvCxnSpPr/>
          <p:nvPr/>
        </p:nvCxnSpPr>
        <p:spPr>
          <a:xfrm rot="6171428">
            <a:off x="4527949" y="39893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接连接符 317"/>
          <p:cNvCxnSpPr/>
          <p:nvPr/>
        </p:nvCxnSpPr>
        <p:spPr>
          <a:xfrm rot="6387428">
            <a:off x="4502108" y="408810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直接连接符 318"/>
          <p:cNvCxnSpPr/>
          <p:nvPr/>
        </p:nvCxnSpPr>
        <p:spPr>
          <a:xfrm rot="6603429">
            <a:off x="4470115" y="418509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直接连接符 319"/>
          <p:cNvCxnSpPr/>
          <p:nvPr/>
        </p:nvCxnSpPr>
        <p:spPr>
          <a:xfrm rot="6819428">
            <a:off x="4432095" y="427987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直接连接符 320"/>
          <p:cNvCxnSpPr/>
          <p:nvPr/>
        </p:nvCxnSpPr>
        <p:spPr>
          <a:xfrm rot="7035428">
            <a:off x="4388199" y="437207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接连接符 321"/>
          <p:cNvCxnSpPr/>
          <p:nvPr/>
        </p:nvCxnSpPr>
        <p:spPr>
          <a:xfrm rot="7251428">
            <a:off x="4338600" y="446134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直接连接符 322"/>
          <p:cNvCxnSpPr/>
          <p:nvPr/>
        </p:nvCxnSpPr>
        <p:spPr>
          <a:xfrm rot="7467428">
            <a:off x="4283494" y="454732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直接连接符 323"/>
          <p:cNvCxnSpPr/>
          <p:nvPr/>
        </p:nvCxnSpPr>
        <p:spPr>
          <a:xfrm rot="7683429">
            <a:off x="4223097" y="462967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直接连接符 324"/>
          <p:cNvCxnSpPr/>
          <p:nvPr/>
        </p:nvCxnSpPr>
        <p:spPr>
          <a:xfrm rot="7899428">
            <a:off x="4157650" y="470806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直接连接符 325"/>
          <p:cNvCxnSpPr/>
          <p:nvPr/>
        </p:nvCxnSpPr>
        <p:spPr>
          <a:xfrm rot="8115428">
            <a:off x="4087408" y="478219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直接连接符 326"/>
          <p:cNvCxnSpPr/>
          <p:nvPr/>
        </p:nvCxnSpPr>
        <p:spPr>
          <a:xfrm rot="8331428">
            <a:off x="4012651" y="485177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直接连接符 327"/>
          <p:cNvCxnSpPr/>
          <p:nvPr/>
        </p:nvCxnSpPr>
        <p:spPr>
          <a:xfrm rot="8547428">
            <a:off x="3933673" y="491651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直接连接符 328"/>
          <p:cNvCxnSpPr/>
          <p:nvPr/>
        </p:nvCxnSpPr>
        <p:spPr>
          <a:xfrm rot="8763428">
            <a:off x="3850785" y="497616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直接连接符 329"/>
          <p:cNvCxnSpPr/>
          <p:nvPr/>
        </p:nvCxnSpPr>
        <p:spPr>
          <a:xfrm rot="8979428">
            <a:off x="3764316" y="503050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直接连接符 330"/>
          <p:cNvCxnSpPr/>
          <p:nvPr/>
        </p:nvCxnSpPr>
        <p:spPr>
          <a:xfrm rot="9195428">
            <a:off x="3674605" y="507929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直接连接符 331"/>
          <p:cNvCxnSpPr/>
          <p:nvPr/>
        </p:nvCxnSpPr>
        <p:spPr>
          <a:xfrm rot="9411428">
            <a:off x="3582008" y="512236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直接连接符 332"/>
          <p:cNvCxnSpPr/>
          <p:nvPr/>
        </p:nvCxnSpPr>
        <p:spPr>
          <a:xfrm rot="9627428">
            <a:off x="3486888" y="515953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接连接符 333"/>
          <p:cNvCxnSpPr/>
          <p:nvPr/>
        </p:nvCxnSpPr>
        <p:spPr>
          <a:xfrm rot="9843428">
            <a:off x="3389624" y="519065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连接符 334"/>
          <p:cNvCxnSpPr/>
          <p:nvPr/>
        </p:nvCxnSpPr>
        <p:spPr>
          <a:xfrm rot="10059428">
            <a:off x="3290596" y="521560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直接连接符 335"/>
          <p:cNvCxnSpPr/>
          <p:nvPr/>
        </p:nvCxnSpPr>
        <p:spPr>
          <a:xfrm rot="10275428">
            <a:off x="3190198" y="523429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接连接符 336"/>
          <p:cNvCxnSpPr/>
          <p:nvPr/>
        </p:nvCxnSpPr>
        <p:spPr>
          <a:xfrm rot="10491429">
            <a:off x="3088823" y="524663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接连接符 337"/>
          <p:cNvCxnSpPr/>
          <p:nvPr/>
        </p:nvCxnSpPr>
        <p:spPr>
          <a:xfrm rot="10707427">
            <a:off x="2986875" y="525258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直接连接符 338"/>
          <p:cNvCxnSpPr/>
          <p:nvPr/>
        </p:nvCxnSpPr>
        <p:spPr>
          <a:xfrm rot="10923428">
            <a:off x="2884753" y="525213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直接连接符 339"/>
          <p:cNvCxnSpPr/>
          <p:nvPr/>
        </p:nvCxnSpPr>
        <p:spPr>
          <a:xfrm rot="11139428">
            <a:off x="2782862" y="524526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直接连接符 340"/>
          <p:cNvCxnSpPr/>
          <p:nvPr/>
        </p:nvCxnSpPr>
        <p:spPr>
          <a:xfrm rot="11355428">
            <a:off x="2681603" y="523200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直接连接符 341"/>
          <p:cNvCxnSpPr/>
          <p:nvPr/>
        </p:nvCxnSpPr>
        <p:spPr>
          <a:xfrm rot="11571429">
            <a:off x="2581376" y="521242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直接连接符 342"/>
          <p:cNvCxnSpPr/>
          <p:nvPr/>
        </p:nvCxnSpPr>
        <p:spPr>
          <a:xfrm rot="11787427">
            <a:off x="2482577" y="518658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直接连接符 343"/>
          <p:cNvCxnSpPr/>
          <p:nvPr/>
        </p:nvCxnSpPr>
        <p:spPr>
          <a:xfrm rot="12003428">
            <a:off x="2385595" y="515458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直接连接符 344"/>
          <p:cNvCxnSpPr/>
          <p:nvPr/>
        </p:nvCxnSpPr>
        <p:spPr>
          <a:xfrm rot="12219428">
            <a:off x="2290813" y="511656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直接连接符 345"/>
          <p:cNvCxnSpPr/>
          <p:nvPr/>
        </p:nvCxnSpPr>
        <p:spPr>
          <a:xfrm rot="12435428">
            <a:off x="2198606" y="507267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直接连接符 346"/>
          <p:cNvCxnSpPr/>
          <p:nvPr/>
        </p:nvCxnSpPr>
        <p:spPr>
          <a:xfrm rot="12651429">
            <a:off x="2109337" y="502307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直接连接符 347"/>
          <p:cNvCxnSpPr/>
          <p:nvPr/>
        </p:nvCxnSpPr>
        <p:spPr>
          <a:xfrm rot="12867427">
            <a:off x="2023359" y="496796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直接连接符 348"/>
          <p:cNvCxnSpPr/>
          <p:nvPr/>
        </p:nvCxnSpPr>
        <p:spPr>
          <a:xfrm rot="13083428">
            <a:off x="1941010" y="490757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直接连接符 349"/>
          <p:cNvCxnSpPr/>
          <p:nvPr/>
        </p:nvCxnSpPr>
        <p:spPr>
          <a:xfrm rot="13299428">
            <a:off x="1862616" y="4842123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直接连接符 350"/>
          <p:cNvCxnSpPr/>
          <p:nvPr/>
        </p:nvCxnSpPr>
        <p:spPr>
          <a:xfrm rot="13515428">
            <a:off x="1788486" y="4771881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直接连接符 351"/>
          <p:cNvCxnSpPr/>
          <p:nvPr/>
        </p:nvCxnSpPr>
        <p:spPr>
          <a:xfrm rot="13731429">
            <a:off x="1718913" y="4697124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直接连接符 352"/>
          <p:cNvCxnSpPr/>
          <p:nvPr/>
        </p:nvCxnSpPr>
        <p:spPr>
          <a:xfrm rot="13947427">
            <a:off x="1654172" y="461814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连接符 353"/>
          <p:cNvCxnSpPr/>
          <p:nvPr/>
        </p:nvCxnSpPr>
        <p:spPr>
          <a:xfrm rot="14163428">
            <a:off x="1594517" y="453525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直接连接符 354"/>
          <p:cNvCxnSpPr/>
          <p:nvPr/>
        </p:nvCxnSpPr>
        <p:spPr>
          <a:xfrm rot="14379428">
            <a:off x="1540184" y="444878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直接连接符 355"/>
          <p:cNvCxnSpPr/>
          <p:nvPr/>
        </p:nvCxnSpPr>
        <p:spPr>
          <a:xfrm rot="14595428">
            <a:off x="1491388" y="435907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接连接符 356"/>
          <p:cNvCxnSpPr/>
          <p:nvPr/>
        </p:nvCxnSpPr>
        <p:spPr>
          <a:xfrm rot="14811429">
            <a:off x="1448321" y="426648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直接连接符 357"/>
          <p:cNvCxnSpPr/>
          <p:nvPr/>
        </p:nvCxnSpPr>
        <p:spPr>
          <a:xfrm rot="15027427">
            <a:off x="1411154" y="4171362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直接连接符 358"/>
          <p:cNvCxnSpPr/>
          <p:nvPr/>
        </p:nvCxnSpPr>
        <p:spPr>
          <a:xfrm rot="15243428">
            <a:off x="1380033" y="4074097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直接连接符 359"/>
          <p:cNvCxnSpPr/>
          <p:nvPr/>
        </p:nvCxnSpPr>
        <p:spPr>
          <a:xfrm rot="15459428">
            <a:off x="1355080" y="3975069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直接连接符 360"/>
          <p:cNvCxnSpPr/>
          <p:nvPr/>
        </p:nvCxnSpPr>
        <p:spPr>
          <a:xfrm rot="15675428">
            <a:off x="1336395" y="3874670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直接连接符 361"/>
          <p:cNvCxnSpPr/>
          <p:nvPr/>
        </p:nvCxnSpPr>
        <p:spPr>
          <a:xfrm rot="15891429">
            <a:off x="1324050" y="377329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直接连接符 362"/>
          <p:cNvCxnSpPr/>
          <p:nvPr/>
        </p:nvCxnSpPr>
        <p:spPr>
          <a:xfrm rot="16107427">
            <a:off x="1318095" y="3671348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直接连接符 363"/>
          <p:cNvCxnSpPr/>
          <p:nvPr/>
        </p:nvCxnSpPr>
        <p:spPr>
          <a:xfrm rot="16323428">
            <a:off x="1318554" y="356922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直接连接符 364"/>
          <p:cNvCxnSpPr/>
          <p:nvPr/>
        </p:nvCxnSpPr>
        <p:spPr>
          <a:xfrm rot="16539428">
            <a:off x="1325423" y="3467335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直接连接符 365"/>
          <p:cNvCxnSpPr/>
          <p:nvPr/>
        </p:nvCxnSpPr>
        <p:spPr>
          <a:xfrm rot="16755428">
            <a:off x="1338677" y="3366076"/>
            <a:ext cx="1" cy="191946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弧形 15"/>
          <p:cNvSpPr/>
          <p:nvPr/>
        </p:nvSpPr>
        <p:spPr>
          <a:xfrm>
            <a:off x="1112520" y="1903730"/>
            <a:ext cx="3617595" cy="3636010"/>
          </a:xfrm>
          <a:prstGeom prst="arc">
            <a:avLst>
              <a:gd name="adj1" fmla="val 15783380"/>
              <a:gd name="adj2" fmla="val 12488134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0" name="任意多边形: 形状 369"/>
          <p:cNvSpPr/>
          <p:nvPr/>
        </p:nvSpPr>
        <p:spPr>
          <a:xfrm>
            <a:off x="6824578" y="3503674"/>
            <a:ext cx="103694" cy="18854"/>
          </a:xfrm>
          <a:custGeom>
            <a:avLst/>
            <a:gdLst>
              <a:gd name="connsiteX0" fmla="*/ 103694 w 103694"/>
              <a:gd name="connsiteY0" fmla="*/ 18854 h 18854"/>
              <a:gd name="connsiteX1" fmla="*/ 0 w 103694"/>
              <a:gd name="connsiteY1" fmla="*/ 0 h 18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694" h="18854">
                <a:moveTo>
                  <a:pt x="103694" y="18854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36"/>
          <p:cNvSpPr/>
          <p:nvPr/>
        </p:nvSpPr>
        <p:spPr>
          <a:xfrm>
            <a:off x="5770245" y="2651760"/>
            <a:ext cx="85725" cy="19050"/>
          </a:xfrm>
          <a:custGeom>
            <a:avLst/>
            <a:gdLst>
              <a:gd name="connsiteX0" fmla="*/ 103694 w 103694"/>
              <a:gd name="connsiteY0" fmla="*/ 18854 h 18854"/>
              <a:gd name="connsiteX1" fmla="*/ 0 w 103694"/>
              <a:gd name="connsiteY1" fmla="*/ 0 h 18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694" h="18854">
                <a:moveTo>
                  <a:pt x="103694" y="18854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770245" y="1602740"/>
            <a:ext cx="5960745" cy="415417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有着Facebook的支撑，相信会发展的很好。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r>
              <a:rPr lang="zh-CN" altLang="en-US" sz="2400" dirty="0">
                <a:solidFill>
                  <a:schemeClr val="bg1">
                    <a:lumMod val="95000"/>
                  </a:schemeClr>
                </a:solidFill>
              </a:rPr>
              <a:t>因此，Facebook 正在对 React Native 进行大规模重构，让架构变得更加灵活，并更好地与混合 JavaScript/原生应用开发中的原生基础设施集成。</a:t>
            </a:r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lang="zh-CN" alt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</a:rPr>
              <a:t>首先，改变线程模型。UI 更新不再需要在三个不同的线程上执行，而是可以在任意线程上同步调用 JavaScript 进行优先更新，同时将低优先级工作推出主线程，以便保持对 UI 的响应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</a:rPr>
              <a:t>其次，将异步渲染功能引入 React Native 中，允许执行多个渲染并简化异步数据处理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弧形 2"/>
          <p:cNvSpPr/>
          <p:nvPr/>
        </p:nvSpPr>
        <p:spPr>
          <a:xfrm rot="12761059">
            <a:off x="3317583" y="2348999"/>
            <a:ext cx="2160000" cy="216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543824" y="2644170"/>
            <a:ext cx="169164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 spc="600" dirty="0">
                <a:solidFill>
                  <a:schemeClr val="bg1"/>
                </a:solidFill>
                <a:latin typeface="+mj-lt"/>
                <a:ea typeface="+mj-ea"/>
              </a:rPr>
              <a:t>03</a:t>
            </a:r>
            <a:endParaRPr lang="zh-CN" altLang="en-US" sz="9600" b="1" spc="6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6539056" y="3429000"/>
            <a:ext cx="4028391" cy="6184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242636" y="2772639"/>
            <a:ext cx="27711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spc="600" dirty="0">
                <a:solidFill>
                  <a:schemeClr val="bg1"/>
                </a:solidFill>
              </a:rPr>
              <a:t>Redux</a:t>
            </a:r>
            <a:r>
              <a:rPr lang="zh-CN" altLang="en-US" sz="3200" b="1" spc="600" dirty="0">
                <a:solidFill>
                  <a:schemeClr val="bg1"/>
                </a:solidFill>
              </a:rPr>
              <a:t>概述</a:t>
            </a:r>
            <a:endParaRPr lang="zh-CN" altLang="en-US" sz="3200" b="1" spc="600" dirty="0">
              <a:solidFill>
                <a:schemeClr val="bg1"/>
              </a:solidFill>
            </a:endParaRPr>
          </a:p>
        </p:txBody>
      </p:sp>
      <p:sp>
        <p:nvSpPr>
          <p:cNvPr id="7" name="弧形 6"/>
          <p:cNvSpPr/>
          <p:nvPr/>
        </p:nvSpPr>
        <p:spPr>
          <a:xfrm>
            <a:off x="3137583" y="2169000"/>
            <a:ext cx="2520000" cy="252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927850" y="3844290"/>
            <a:ext cx="3250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Redux 是 JavaScript 状态容器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弧形 9"/>
          <p:cNvSpPr/>
          <p:nvPr/>
        </p:nvSpPr>
        <p:spPr>
          <a:xfrm rot="12761059">
            <a:off x="332806" y="244897"/>
            <a:ext cx="720000" cy="72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/>
          <p:cNvSpPr/>
          <p:nvPr/>
        </p:nvSpPr>
        <p:spPr>
          <a:xfrm>
            <a:off x="242806" y="154897"/>
            <a:ext cx="900000" cy="90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72847" y="312510"/>
            <a:ext cx="6399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01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800000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1320799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590144" y="31251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三大原则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421130" y="1472565"/>
            <a:ext cx="1734820" cy="1817370"/>
            <a:chOff x="4836000" y="2169000"/>
            <a:chExt cx="2520000" cy="2520000"/>
          </a:xfrm>
        </p:grpSpPr>
        <p:grpSp>
          <p:nvGrpSpPr>
            <p:cNvPr id="26" name="组合 25"/>
            <p:cNvGrpSpPr/>
            <p:nvPr/>
          </p:nvGrpSpPr>
          <p:grpSpPr>
            <a:xfrm rot="0">
              <a:off x="4929700" y="2262700"/>
              <a:ext cx="2332600" cy="2332600"/>
              <a:chOff x="4929700" y="2262700"/>
              <a:chExt cx="2332600" cy="2332600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5016000" y="2349000"/>
                <a:ext cx="2160000" cy="2160000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56" name="直接连接符 855"/>
              <p:cNvCxnSpPr/>
              <p:nvPr/>
            </p:nvCxnSpPr>
            <p:spPr>
              <a:xfrm rot="-5400000">
                <a:off x="4965700" y="33930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7" name="直接连接符 856"/>
              <p:cNvCxnSpPr/>
              <p:nvPr/>
            </p:nvCxnSpPr>
            <p:spPr>
              <a:xfrm rot="-5184000">
                <a:off x="4967930" y="332202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8" name="直接连接符 857"/>
              <p:cNvCxnSpPr/>
              <p:nvPr/>
            </p:nvCxnSpPr>
            <p:spPr>
              <a:xfrm rot="-4968000">
                <a:off x="4974613" y="325133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9" name="直接连接符 858"/>
              <p:cNvCxnSpPr/>
              <p:nvPr/>
            </p:nvCxnSpPr>
            <p:spPr>
              <a:xfrm rot="-4752000">
                <a:off x="4985721" y="318120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0" name="直接连接符 859"/>
              <p:cNvCxnSpPr/>
              <p:nvPr/>
            </p:nvCxnSpPr>
            <p:spPr>
              <a:xfrm rot="-4536000">
                <a:off x="5001211" y="311190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1" name="直接连接符 860"/>
              <p:cNvCxnSpPr/>
              <p:nvPr/>
            </p:nvCxnSpPr>
            <p:spPr>
              <a:xfrm rot="-4320000">
                <a:off x="5021021" y="304371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2" name="直接连接符 861"/>
              <p:cNvCxnSpPr/>
              <p:nvPr/>
            </p:nvCxnSpPr>
            <p:spPr>
              <a:xfrm rot="-4104000">
                <a:off x="5045073" y="297690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3" name="直接连接符 862"/>
              <p:cNvCxnSpPr/>
              <p:nvPr/>
            </p:nvCxnSpPr>
            <p:spPr>
              <a:xfrm rot="-3888000">
                <a:off x="5073274" y="291174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4" name="直接连接符 863"/>
              <p:cNvCxnSpPr/>
              <p:nvPr/>
            </p:nvCxnSpPr>
            <p:spPr>
              <a:xfrm rot="-3672000">
                <a:off x="5105510" y="28484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5" name="直接连接符 864"/>
              <p:cNvCxnSpPr/>
              <p:nvPr/>
            </p:nvCxnSpPr>
            <p:spPr>
              <a:xfrm rot="-3456000">
                <a:off x="5141656" y="278735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6" name="直接连接符 865"/>
              <p:cNvCxnSpPr/>
              <p:nvPr/>
            </p:nvCxnSpPr>
            <p:spPr>
              <a:xfrm rot="-3240000">
                <a:off x="5181568" y="27286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7" name="直接连接符 866"/>
              <p:cNvCxnSpPr/>
              <p:nvPr/>
            </p:nvCxnSpPr>
            <p:spPr>
              <a:xfrm rot="-3024000">
                <a:off x="5225089" y="267252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8" name="直接连接符 867"/>
              <p:cNvCxnSpPr/>
              <p:nvPr/>
            </p:nvCxnSpPr>
            <p:spPr>
              <a:xfrm rot="-2808000">
                <a:off x="5272047" y="26192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9" name="直接连接符 868"/>
              <p:cNvCxnSpPr/>
              <p:nvPr/>
            </p:nvCxnSpPr>
            <p:spPr>
              <a:xfrm rot="-2592000">
                <a:off x="5322257" y="256904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0" name="直接连接符 869"/>
              <p:cNvCxnSpPr/>
              <p:nvPr/>
            </p:nvCxnSpPr>
            <p:spPr>
              <a:xfrm rot="-2376000">
                <a:off x="5375520" y="25220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1" name="直接连接符 870"/>
              <p:cNvCxnSpPr/>
              <p:nvPr/>
            </p:nvCxnSpPr>
            <p:spPr>
              <a:xfrm rot="-2160000">
                <a:off x="5431626" y="247856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2" name="直接连接符 871"/>
              <p:cNvCxnSpPr/>
              <p:nvPr/>
            </p:nvCxnSpPr>
            <p:spPr>
              <a:xfrm rot="-1944000">
                <a:off x="5490355" y="24386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3" name="直接连接符 872"/>
              <p:cNvCxnSpPr/>
              <p:nvPr/>
            </p:nvCxnSpPr>
            <p:spPr>
              <a:xfrm rot="-1728000">
                <a:off x="5551474" y="24025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4" name="直接连接符 873"/>
              <p:cNvCxnSpPr/>
              <p:nvPr/>
            </p:nvCxnSpPr>
            <p:spPr>
              <a:xfrm rot="-1512000">
                <a:off x="5614742" y="23702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5" name="直接连接符 874"/>
              <p:cNvCxnSpPr/>
              <p:nvPr/>
            </p:nvCxnSpPr>
            <p:spPr>
              <a:xfrm rot="-1296000">
                <a:off x="5679909" y="23420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6" name="直接连接符 875"/>
              <p:cNvCxnSpPr/>
              <p:nvPr/>
            </p:nvCxnSpPr>
            <p:spPr>
              <a:xfrm rot="-1080000">
                <a:off x="5746718" y="23180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7" name="直接连接符 876"/>
              <p:cNvCxnSpPr/>
              <p:nvPr/>
            </p:nvCxnSpPr>
            <p:spPr>
              <a:xfrm rot="-864000">
                <a:off x="5814906" y="229821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8" name="直接连接符 877"/>
              <p:cNvCxnSpPr/>
              <p:nvPr/>
            </p:nvCxnSpPr>
            <p:spPr>
              <a:xfrm rot="-648000">
                <a:off x="5884203" y="22827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9" name="直接连接符 878"/>
              <p:cNvCxnSpPr/>
              <p:nvPr/>
            </p:nvCxnSpPr>
            <p:spPr>
              <a:xfrm rot="-432000">
                <a:off x="5954336" y="227161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0" name="直接连接符 879"/>
              <p:cNvCxnSpPr/>
              <p:nvPr/>
            </p:nvCxnSpPr>
            <p:spPr>
              <a:xfrm rot="-216000">
                <a:off x="6025028" y="226493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1" name="直接连接符 880"/>
              <p:cNvCxnSpPr/>
              <p:nvPr/>
            </p:nvCxnSpPr>
            <p:spPr>
              <a:xfrm>
                <a:off x="6096000" y="22627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2" name="直接连接符 881"/>
              <p:cNvCxnSpPr/>
              <p:nvPr/>
            </p:nvCxnSpPr>
            <p:spPr>
              <a:xfrm rot="216000">
                <a:off x="6166972" y="226493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3" name="直接连接符 882"/>
              <p:cNvCxnSpPr/>
              <p:nvPr/>
            </p:nvCxnSpPr>
            <p:spPr>
              <a:xfrm rot="432000">
                <a:off x="6237664" y="227161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4" name="直接连接符 883"/>
              <p:cNvCxnSpPr/>
              <p:nvPr/>
            </p:nvCxnSpPr>
            <p:spPr>
              <a:xfrm rot="648000">
                <a:off x="6307797" y="22827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5" name="直接连接符 884"/>
              <p:cNvCxnSpPr/>
              <p:nvPr/>
            </p:nvCxnSpPr>
            <p:spPr>
              <a:xfrm rot="864000">
                <a:off x="6377094" y="229821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6" name="直接连接符 885"/>
              <p:cNvCxnSpPr/>
              <p:nvPr/>
            </p:nvCxnSpPr>
            <p:spPr>
              <a:xfrm rot="1080000">
                <a:off x="6445282" y="23180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7" name="直接连接符 886"/>
              <p:cNvCxnSpPr/>
              <p:nvPr/>
            </p:nvCxnSpPr>
            <p:spPr>
              <a:xfrm rot="1296000">
                <a:off x="6512091" y="23420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8" name="直接连接符 887"/>
              <p:cNvCxnSpPr/>
              <p:nvPr/>
            </p:nvCxnSpPr>
            <p:spPr>
              <a:xfrm rot="1512000">
                <a:off x="6577258" y="23702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9" name="直接连接符 888"/>
              <p:cNvCxnSpPr/>
              <p:nvPr/>
            </p:nvCxnSpPr>
            <p:spPr>
              <a:xfrm rot="1728000">
                <a:off x="6640526" y="24025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0" name="直接连接符 889"/>
              <p:cNvCxnSpPr/>
              <p:nvPr/>
            </p:nvCxnSpPr>
            <p:spPr>
              <a:xfrm rot="1944000">
                <a:off x="6701645" y="24386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1" name="直接连接符 890"/>
              <p:cNvCxnSpPr/>
              <p:nvPr/>
            </p:nvCxnSpPr>
            <p:spPr>
              <a:xfrm rot="2160000">
                <a:off x="6760373" y="247856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2" name="直接连接符 891"/>
              <p:cNvCxnSpPr/>
              <p:nvPr/>
            </p:nvCxnSpPr>
            <p:spPr>
              <a:xfrm rot="2375999">
                <a:off x="6816480" y="25220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3" name="直接连接符 892"/>
              <p:cNvCxnSpPr/>
              <p:nvPr/>
            </p:nvCxnSpPr>
            <p:spPr>
              <a:xfrm rot="2592000">
                <a:off x="6869743" y="256904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4" name="直接连接符 893"/>
              <p:cNvCxnSpPr/>
              <p:nvPr/>
            </p:nvCxnSpPr>
            <p:spPr>
              <a:xfrm rot="2808000">
                <a:off x="6919954" y="26192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5" name="直接连接符 894"/>
              <p:cNvCxnSpPr/>
              <p:nvPr/>
            </p:nvCxnSpPr>
            <p:spPr>
              <a:xfrm rot="3024000">
                <a:off x="6966911" y="267252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6" name="直接连接符 895"/>
              <p:cNvCxnSpPr/>
              <p:nvPr/>
            </p:nvCxnSpPr>
            <p:spPr>
              <a:xfrm rot="3240000">
                <a:off x="7010432" y="27286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7" name="直接连接符 896"/>
              <p:cNvCxnSpPr/>
              <p:nvPr/>
            </p:nvCxnSpPr>
            <p:spPr>
              <a:xfrm rot="3455999">
                <a:off x="7050344" y="278735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8" name="直接连接符 897"/>
              <p:cNvCxnSpPr/>
              <p:nvPr/>
            </p:nvCxnSpPr>
            <p:spPr>
              <a:xfrm rot="3672000">
                <a:off x="7086489" y="28484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9" name="直接连接符 898"/>
              <p:cNvCxnSpPr/>
              <p:nvPr/>
            </p:nvCxnSpPr>
            <p:spPr>
              <a:xfrm rot="3888000">
                <a:off x="7118726" y="291174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0" name="直接连接符 899"/>
              <p:cNvCxnSpPr/>
              <p:nvPr/>
            </p:nvCxnSpPr>
            <p:spPr>
              <a:xfrm rot="4104000">
                <a:off x="7146927" y="297690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1" name="直接连接符 900"/>
              <p:cNvCxnSpPr/>
              <p:nvPr/>
            </p:nvCxnSpPr>
            <p:spPr>
              <a:xfrm rot="4320000">
                <a:off x="7170979" y="304371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2" name="直接连接符 901"/>
              <p:cNvCxnSpPr/>
              <p:nvPr/>
            </p:nvCxnSpPr>
            <p:spPr>
              <a:xfrm rot="4535999">
                <a:off x="7190790" y="311190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3" name="直接连接符 902"/>
              <p:cNvCxnSpPr/>
              <p:nvPr/>
            </p:nvCxnSpPr>
            <p:spPr>
              <a:xfrm rot="4752000">
                <a:off x="7206280" y="318120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4" name="直接连接符 903"/>
              <p:cNvCxnSpPr/>
              <p:nvPr/>
            </p:nvCxnSpPr>
            <p:spPr>
              <a:xfrm rot="4967999">
                <a:off x="7217387" y="325133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5" name="直接连接符 904"/>
              <p:cNvCxnSpPr/>
              <p:nvPr/>
            </p:nvCxnSpPr>
            <p:spPr>
              <a:xfrm rot="5184000">
                <a:off x="7224070" y="332202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6" name="直接连接符 905"/>
              <p:cNvCxnSpPr/>
              <p:nvPr/>
            </p:nvCxnSpPr>
            <p:spPr>
              <a:xfrm rot="5400000">
                <a:off x="7226300" y="33930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7" name="直接连接符 906"/>
              <p:cNvCxnSpPr/>
              <p:nvPr/>
            </p:nvCxnSpPr>
            <p:spPr>
              <a:xfrm rot="5615999">
                <a:off x="7224070" y="346397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8" name="直接连接符 907"/>
              <p:cNvCxnSpPr/>
              <p:nvPr/>
            </p:nvCxnSpPr>
            <p:spPr>
              <a:xfrm rot="5832000">
                <a:off x="7217387" y="353466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9" name="直接连接符 908"/>
              <p:cNvCxnSpPr/>
              <p:nvPr/>
            </p:nvCxnSpPr>
            <p:spPr>
              <a:xfrm rot="6047999">
                <a:off x="7206280" y="360479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0" name="直接连接符 909"/>
              <p:cNvCxnSpPr/>
              <p:nvPr/>
            </p:nvCxnSpPr>
            <p:spPr>
              <a:xfrm rot="6264000">
                <a:off x="7190790" y="367409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1" name="直接连接符 910"/>
              <p:cNvCxnSpPr/>
              <p:nvPr/>
            </p:nvCxnSpPr>
            <p:spPr>
              <a:xfrm rot="6480000">
                <a:off x="7170979" y="374228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2" name="直接连接符 911"/>
              <p:cNvCxnSpPr/>
              <p:nvPr/>
            </p:nvCxnSpPr>
            <p:spPr>
              <a:xfrm rot="6695999">
                <a:off x="7146927" y="380909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3" name="直接连接符 912"/>
              <p:cNvCxnSpPr/>
              <p:nvPr/>
            </p:nvCxnSpPr>
            <p:spPr>
              <a:xfrm rot="6912000">
                <a:off x="7118726" y="387425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4" name="直接连接符 913"/>
              <p:cNvCxnSpPr/>
              <p:nvPr/>
            </p:nvCxnSpPr>
            <p:spPr>
              <a:xfrm rot="7127999">
                <a:off x="7086490" y="39375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5" name="直接连接符 914"/>
              <p:cNvCxnSpPr/>
              <p:nvPr/>
            </p:nvCxnSpPr>
            <p:spPr>
              <a:xfrm rot="7344000">
                <a:off x="7050344" y="399864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6" name="直接连接符 915"/>
              <p:cNvCxnSpPr/>
              <p:nvPr/>
            </p:nvCxnSpPr>
            <p:spPr>
              <a:xfrm rot="7560000">
                <a:off x="7010432" y="40573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7" name="直接连接符 916"/>
              <p:cNvCxnSpPr/>
              <p:nvPr/>
            </p:nvCxnSpPr>
            <p:spPr>
              <a:xfrm rot="7775999">
                <a:off x="6966911" y="411348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8" name="直接连接符 917"/>
              <p:cNvCxnSpPr/>
              <p:nvPr/>
            </p:nvCxnSpPr>
            <p:spPr>
              <a:xfrm rot="7992000">
                <a:off x="6919954" y="41667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9" name="直接连接符 918"/>
              <p:cNvCxnSpPr/>
              <p:nvPr/>
            </p:nvCxnSpPr>
            <p:spPr>
              <a:xfrm rot="8207999">
                <a:off x="6869743" y="421695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0" name="直接连接符 919"/>
              <p:cNvCxnSpPr/>
              <p:nvPr/>
            </p:nvCxnSpPr>
            <p:spPr>
              <a:xfrm rot="8424000">
                <a:off x="6816480" y="42639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1" name="直接连接符 920"/>
              <p:cNvCxnSpPr/>
              <p:nvPr/>
            </p:nvCxnSpPr>
            <p:spPr>
              <a:xfrm rot="8640000">
                <a:off x="6760373" y="430743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2" name="直接连接符 921"/>
              <p:cNvCxnSpPr/>
              <p:nvPr/>
            </p:nvCxnSpPr>
            <p:spPr>
              <a:xfrm rot="8855999">
                <a:off x="6701645" y="43473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3" name="直接连接符 922"/>
              <p:cNvCxnSpPr/>
              <p:nvPr/>
            </p:nvCxnSpPr>
            <p:spPr>
              <a:xfrm rot="9072000">
                <a:off x="6640526" y="43834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" name="直接连接符 923"/>
              <p:cNvCxnSpPr/>
              <p:nvPr/>
            </p:nvCxnSpPr>
            <p:spPr>
              <a:xfrm rot="9287999">
                <a:off x="6577258" y="44157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" name="直接连接符 924"/>
              <p:cNvCxnSpPr/>
              <p:nvPr/>
            </p:nvCxnSpPr>
            <p:spPr>
              <a:xfrm rot="9504000">
                <a:off x="6512092" y="44439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" name="直接连接符 925"/>
              <p:cNvCxnSpPr/>
              <p:nvPr/>
            </p:nvCxnSpPr>
            <p:spPr>
              <a:xfrm rot="9720000">
                <a:off x="6445282" y="44679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" name="直接连接符 926"/>
              <p:cNvCxnSpPr/>
              <p:nvPr/>
            </p:nvCxnSpPr>
            <p:spPr>
              <a:xfrm rot="9935999">
                <a:off x="6377094" y="448779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8" name="直接连接符 927"/>
              <p:cNvCxnSpPr/>
              <p:nvPr/>
            </p:nvCxnSpPr>
            <p:spPr>
              <a:xfrm rot="10151999">
                <a:off x="6307798" y="45032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" name="直接连接符 928"/>
              <p:cNvCxnSpPr/>
              <p:nvPr/>
            </p:nvCxnSpPr>
            <p:spPr>
              <a:xfrm rot="10367999">
                <a:off x="6237664" y="451438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0" name="直接连接符 929"/>
              <p:cNvCxnSpPr/>
              <p:nvPr/>
            </p:nvCxnSpPr>
            <p:spPr>
              <a:xfrm rot="10584000">
                <a:off x="6166972" y="452107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1" name="直接连接符 930"/>
              <p:cNvCxnSpPr/>
              <p:nvPr/>
            </p:nvCxnSpPr>
            <p:spPr>
              <a:xfrm rot="10800000">
                <a:off x="6096000" y="45233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2" name="直接连接符 931"/>
              <p:cNvCxnSpPr/>
              <p:nvPr/>
            </p:nvCxnSpPr>
            <p:spPr>
              <a:xfrm rot="11016000">
                <a:off x="6025028" y="452107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3" name="直接连接符 932"/>
              <p:cNvCxnSpPr/>
              <p:nvPr/>
            </p:nvCxnSpPr>
            <p:spPr>
              <a:xfrm rot="11231999">
                <a:off x="5954336" y="451438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4" name="直接连接符 933"/>
              <p:cNvCxnSpPr/>
              <p:nvPr/>
            </p:nvCxnSpPr>
            <p:spPr>
              <a:xfrm rot="11447999">
                <a:off x="5884203" y="45032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5" name="直接连接符 934"/>
              <p:cNvCxnSpPr/>
              <p:nvPr/>
            </p:nvCxnSpPr>
            <p:spPr>
              <a:xfrm rot="11664000">
                <a:off x="5814906" y="448779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6" name="直接连接符 935"/>
              <p:cNvCxnSpPr/>
              <p:nvPr/>
            </p:nvCxnSpPr>
            <p:spPr>
              <a:xfrm rot="11880000">
                <a:off x="5746718" y="44679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7" name="直接连接符 936"/>
              <p:cNvCxnSpPr/>
              <p:nvPr/>
            </p:nvCxnSpPr>
            <p:spPr>
              <a:xfrm rot="12096000">
                <a:off x="5679909" y="44439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8" name="直接连接符 937"/>
              <p:cNvCxnSpPr/>
              <p:nvPr/>
            </p:nvCxnSpPr>
            <p:spPr>
              <a:xfrm rot="12311999">
                <a:off x="5614742" y="44157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9" name="直接连接符 938"/>
              <p:cNvCxnSpPr/>
              <p:nvPr/>
            </p:nvCxnSpPr>
            <p:spPr>
              <a:xfrm rot="12527999">
                <a:off x="5551474" y="43834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0" name="直接连接符 939"/>
              <p:cNvCxnSpPr/>
              <p:nvPr/>
            </p:nvCxnSpPr>
            <p:spPr>
              <a:xfrm rot="12744000">
                <a:off x="5490355" y="43473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1" name="直接连接符 940"/>
              <p:cNvCxnSpPr/>
              <p:nvPr/>
            </p:nvCxnSpPr>
            <p:spPr>
              <a:xfrm rot="12960000">
                <a:off x="5431626" y="430743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2" name="直接连接符 941"/>
              <p:cNvCxnSpPr/>
              <p:nvPr/>
            </p:nvCxnSpPr>
            <p:spPr>
              <a:xfrm rot="13176000">
                <a:off x="5375520" y="42639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3" name="直接连接符 942"/>
              <p:cNvCxnSpPr/>
              <p:nvPr/>
            </p:nvCxnSpPr>
            <p:spPr>
              <a:xfrm rot="13391999">
                <a:off x="5322257" y="421695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4" name="直接连接符 943"/>
              <p:cNvCxnSpPr/>
              <p:nvPr/>
            </p:nvCxnSpPr>
            <p:spPr>
              <a:xfrm rot="13607999">
                <a:off x="5272047" y="41667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5" name="直接连接符 944"/>
              <p:cNvCxnSpPr/>
              <p:nvPr/>
            </p:nvCxnSpPr>
            <p:spPr>
              <a:xfrm rot="13824000">
                <a:off x="5225089" y="411348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6" name="直接连接符 945"/>
              <p:cNvCxnSpPr/>
              <p:nvPr/>
            </p:nvCxnSpPr>
            <p:spPr>
              <a:xfrm rot="14040000">
                <a:off x="5181568" y="40573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7" name="直接连接符 946"/>
              <p:cNvCxnSpPr/>
              <p:nvPr/>
            </p:nvCxnSpPr>
            <p:spPr>
              <a:xfrm rot="14256000">
                <a:off x="5141656" y="399864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8" name="直接连接符 947"/>
              <p:cNvCxnSpPr/>
              <p:nvPr/>
            </p:nvCxnSpPr>
            <p:spPr>
              <a:xfrm rot="14471999">
                <a:off x="5105511" y="39375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9" name="直接连接符 948"/>
              <p:cNvCxnSpPr/>
              <p:nvPr/>
            </p:nvCxnSpPr>
            <p:spPr>
              <a:xfrm rot="14687999">
                <a:off x="5073274" y="387425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0" name="直接连接符 949"/>
              <p:cNvCxnSpPr/>
              <p:nvPr/>
            </p:nvCxnSpPr>
            <p:spPr>
              <a:xfrm rot="14904000">
                <a:off x="5045074" y="380909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1" name="直接连接符 950"/>
              <p:cNvCxnSpPr/>
              <p:nvPr/>
            </p:nvCxnSpPr>
            <p:spPr>
              <a:xfrm rot="15120000">
                <a:off x="5021021" y="374228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2" name="直接连接符 951"/>
              <p:cNvCxnSpPr/>
              <p:nvPr/>
            </p:nvCxnSpPr>
            <p:spPr>
              <a:xfrm rot="15335999">
                <a:off x="5001211" y="367409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3" name="直接连接符 952"/>
              <p:cNvCxnSpPr/>
              <p:nvPr/>
            </p:nvCxnSpPr>
            <p:spPr>
              <a:xfrm rot="15551999">
                <a:off x="4985721" y="360479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4" name="直接连接符 953"/>
              <p:cNvCxnSpPr/>
              <p:nvPr/>
            </p:nvCxnSpPr>
            <p:spPr>
              <a:xfrm rot="15767999">
                <a:off x="4974613" y="353466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5" name="直接连接符 954"/>
              <p:cNvCxnSpPr/>
              <p:nvPr/>
            </p:nvCxnSpPr>
            <p:spPr>
              <a:xfrm rot="15984000">
                <a:off x="4967930" y="346397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弧形 27"/>
            <p:cNvSpPr/>
            <p:nvPr/>
          </p:nvSpPr>
          <p:spPr>
            <a:xfrm rot="20973734">
              <a:off x="4836000" y="2169000"/>
              <a:ext cx="2520000" cy="2520000"/>
            </a:xfrm>
            <a:prstGeom prst="arc">
              <a:avLst>
                <a:gd name="adj1" fmla="val 16200000"/>
                <a:gd name="adj2" fmla="val 12431696"/>
              </a:avLst>
            </a:prstGeom>
            <a:ln w="19050">
              <a:solidFill>
                <a:schemeClr val="bg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5" name="直接箭头连接符 34"/>
          <p:cNvCxnSpPr/>
          <p:nvPr/>
        </p:nvCxnSpPr>
        <p:spPr>
          <a:xfrm flipH="1">
            <a:off x="2259330" y="3315970"/>
            <a:ext cx="36195" cy="1303020"/>
          </a:xfrm>
          <a:prstGeom prst="straightConnector1">
            <a:avLst/>
          </a:prstGeom>
          <a:ln w="12700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2" name="直接箭头连接符 1161"/>
          <p:cNvCxnSpPr>
            <a:stCxn id="5" idx="4"/>
          </p:cNvCxnSpPr>
          <p:nvPr/>
        </p:nvCxnSpPr>
        <p:spPr>
          <a:xfrm flipH="1">
            <a:off x="6187440" y="3231515"/>
            <a:ext cx="29210" cy="1405890"/>
          </a:xfrm>
          <a:prstGeom prst="straightConnector1">
            <a:avLst/>
          </a:prstGeom>
          <a:ln w="12700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3" name="直接箭头连接符 1162"/>
          <p:cNvCxnSpPr/>
          <p:nvPr/>
        </p:nvCxnSpPr>
        <p:spPr>
          <a:xfrm flipH="1">
            <a:off x="9980295" y="3369945"/>
            <a:ext cx="18415" cy="1267460"/>
          </a:xfrm>
          <a:prstGeom prst="straightConnector1">
            <a:avLst/>
          </a:prstGeom>
          <a:ln w="12700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5" name="矩形 1164"/>
          <p:cNvSpPr/>
          <p:nvPr/>
        </p:nvSpPr>
        <p:spPr>
          <a:xfrm>
            <a:off x="516890" y="4783455"/>
            <a:ext cx="344551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整个应用的 state 被储存在一棵 object tree 中，并且这个 object tree 只存在于唯一一个 store 中。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  <a:p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166" name="直接连接符 1165"/>
          <p:cNvCxnSpPr/>
          <p:nvPr/>
        </p:nvCxnSpPr>
        <p:spPr>
          <a:xfrm>
            <a:off x="499745" y="4620287"/>
            <a:ext cx="3500582" cy="18557"/>
          </a:xfrm>
          <a:prstGeom prst="line">
            <a:avLst/>
          </a:prstGeom>
          <a:ln w="22225" cap="flat"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">
                  <a:schemeClr val="bg1">
                    <a:alpha val="50000"/>
                  </a:schemeClr>
                </a:gs>
                <a:gs pos="90000">
                  <a:schemeClr val="bg1">
                    <a:alpha val="50000"/>
                  </a:schemeClr>
                </a:gs>
                <a:gs pos="50000">
                  <a:schemeClr val="bg1">
                    <a:lumMod val="0"/>
                    <a:lumOff val="10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8" name="矩形 1167"/>
          <p:cNvSpPr/>
          <p:nvPr/>
        </p:nvSpPr>
        <p:spPr>
          <a:xfrm>
            <a:off x="4241800" y="4783455"/>
            <a:ext cx="356235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唯一改变 state 的方法就是触发 action，action 是一个用于描述已发生事件的普通对象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169" name="直接连接符 1168"/>
          <p:cNvCxnSpPr/>
          <p:nvPr/>
        </p:nvCxnSpPr>
        <p:spPr>
          <a:xfrm>
            <a:off x="4398820" y="4638827"/>
            <a:ext cx="3500582" cy="18557"/>
          </a:xfrm>
          <a:prstGeom prst="line">
            <a:avLst/>
          </a:prstGeom>
          <a:ln w="22225" cap="flat"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">
                  <a:schemeClr val="bg1">
                    <a:alpha val="50000"/>
                  </a:schemeClr>
                </a:gs>
                <a:gs pos="90000">
                  <a:schemeClr val="bg1">
                    <a:alpha val="50000"/>
                  </a:schemeClr>
                </a:gs>
                <a:gs pos="50000">
                  <a:schemeClr val="bg1">
                    <a:lumMod val="0"/>
                    <a:lumOff val="10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1" name="矩形 1170"/>
          <p:cNvSpPr/>
          <p:nvPr/>
        </p:nvSpPr>
        <p:spPr>
          <a:xfrm>
            <a:off x="8522335" y="4783455"/>
            <a:ext cx="319405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为了描述 action 如何改变 state tree ，你需要编写 reducers。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172" name="直接连接符 1171"/>
          <p:cNvCxnSpPr/>
          <p:nvPr/>
        </p:nvCxnSpPr>
        <p:spPr>
          <a:xfrm>
            <a:off x="8332583" y="4657407"/>
            <a:ext cx="3500582" cy="18557"/>
          </a:xfrm>
          <a:prstGeom prst="line">
            <a:avLst/>
          </a:prstGeom>
          <a:ln w="22225" cap="flat"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">
                  <a:schemeClr val="bg1">
                    <a:alpha val="50000"/>
                  </a:schemeClr>
                </a:gs>
                <a:gs pos="90000">
                  <a:schemeClr val="bg1">
                    <a:alpha val="50000"/>
                  </a:schemeClr>
                </a:gs>
                <a:gs pos="50000">
                  <a:schemeClr val="bg1">
                    <a:lumMod val="0"/>
                    <a:lumOff val="10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497330" y="2172335"/>
            <a:ext cx="151765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单一数据源</a:t>
            </a:r>
            <a:endParaRPr lang="zh-CN" altLang="en-US" sz="2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349240" y="1544320"/>
            <a:ext cx="1734820" cy="1817370"/>
            <a:chOff x="4836000" y="2169000"/>
            <a:chExt cx="2520000" cy="2520000"/>
          </a:xfrm>
        </p:grpSpPr>
        <p:grpSp>
          <p:nvGrpSpPr>
            <p:cNvPr id="4" name="组合 3"/>
            <p:cNvGrpSpPr/>
            <p:nvPr/>
          </p:nvGrpSpPr>
          <p:grpSpPr>
            <a:xfrm rot="0">
              <a:off x="4929700" y="2262700"/>
              <a:ext cx="2332600" cy="2332600"/>
              <a:chOff x="4929700" y="2262700"/>
              <a:chExt cx="2332600" cy="2332600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5016000" y="2349000"/>
                <a:ext cx="2160000" cy="2160000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" name="直接连接符 5"/>
              <p:cNvCxnSpPr/>
              <p:nvPr/>
            </p:nvCxnSpPr>
            <p:spPr>
              <a:xfrm rot="-5400000">
                <a:off x="4965700" y="33930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 rot="-5184000">
                <a:off x="4967930" y="332202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 rot="-4968000">
                <a:off x="4974613" y="325133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 rot="-4752000">
                <a:off x="4985721" y="318120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 rot="-4536000">
                <a:off x="5001211" y="311190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rot="-4320000">
                <a:off x="5021021" y="304371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rot="-4104000">
                <a:off x="5045073" y="297690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 rot="-3888000">
                <a:off x="5073274" y="291174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 rot="-3672000">
                <a:off x="5105510" y="28484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 rot="-3456000">
                <a:off x="5141656" y="278735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>
              <a:xfrm rot="-3240000">
                <a:off x="5181568" y="27286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 rot="-3024000">
                <a:off x="5225089" y="267252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2808000">
                <a:off x="5272047" y="26192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2592000">
                <a:off x="5322257" y="256904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376000">
                <a:off x="5375520" y="25220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160000">
                <a:off x="5431626" y="247856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1944000">
                <a:off x="5490355" y="24386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1728000">
                <a:off x="5551474" y="24025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512000">
                <a:off x="5614742" y="23702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1296000">
                <a:off x="5679909" y="23420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1080000">
                <a:off x="5746718" y="23180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-864000">
                <a:off x="5814906" y="229821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-648000">
                <a:off x="5884203" y="22827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-432000">
                <a:off x="5954336" y="227161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-216000">
                <a:off x="6025028" y="226493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6096000" y="22627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216000">
                <a:off x="6166972" y="226493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432000">
                <a:off x="6237664" y="227161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648000">
                <a:off x="6307797" y="22827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rot="864000">
                <a:off x="6377094" y="229821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1080000">
                <a:off x="6445282" y="23180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1296000">
                <a:off x="6512091" y="23420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1512000">
                <a:off x="6577258" y="23702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1728000">
                <a:off x="6640526" y="24025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1944000">
                <a:off x="6701645" y="24386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2160000">
                <a:off x="6760373" y="247856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2375999">
                <a:off x="6816480" y="25220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2592000">
                <a:off x="6869743" y="256904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2808000">
                <a:off x="6919954" y="26192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3024000">
                <a:off x="6966911" y="267252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3240000">
                <a:off x="7010432" y="27286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3455999">
                <a:off x="7050344" y="278735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3672000">
                <a:off x="7086489" y="28484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3888000">
                <a:off x="7118726" y="291174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4104000">
                <a:off x="7146927" y="297690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4320000">
                <a:off x="7170979" y="304371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4535999">
                <a:off x="7190790" y="311190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4752000">
                <a:off x="7206280" y="318120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4967999">
                <a:off x="7217387" y="325133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5184000">
                <a:off x="7224070" y="332202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5400000">
                <a:off x="7226300" y="33930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5615999">
                <a:off x="7224070" y="346397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5832000">
                <a:off x="7217387" y="353466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6047999">
                <a:off x="7206280" y="360479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6264000">
                <a:off x="7190790" y="367409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6480000">
                <a:off x="7170979" y="374228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6695999">
                <a:off x="7146927" y="380909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6912000">
                <a:off x="7118726" y="387425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7127999">
                <a:off x="7086490" y="39375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/>
              <p:nvPr/>
            </p:nvCxnSpPr>
            <p:spPr>
              <a:xfrm rot="7344000">
                <a:off x="7050344" y="399864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 rot="7560000">
                <a:off x="7010432" y="40573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 rot="7775999">
                <a:off x="6966911" y="411348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 rot="7992000">
                <a:off x="6919954" y="41667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>
              <a:xfrm rot="8207999">
                <a:off x="6869743" y="421695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 rot="8424000">
                <a:off x="6816480" y="42639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/>
              <p:cNvCxnSpPr/>
              <p:nvPr/>
            </p:nvCxnSpPr>
            <p:spPr>
              <a:xfrm rot="8640000">
                <a:off x="6760373" y="430743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/>
              <p:cNvCxnSpPr/>
              <p:nvPr/>
            </p:nvCxnSpPr>
            <p:spPr>
              <a:xfrm rot="8855999">
                <a:off x="6701645" y="43473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/>
              <p:cNvCxnSpPr/>
              <p:nvPr/>
            </p:nvCxnSpPr>
            <p:spPr>
              <a:xfrm rot="9072000">
                <a:off x="6640526" y="43834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/>
              <p:nvPr/>
            </p:nvCxnSpPr>
            <p:spPr>
              <a:xfrm rot="9287999">
                <a:off x="6577258" y="44157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/>
              <p:cNvCxnSpPr/>
              <p:nvPr/>
            </p:nvCxnSpPr>
            <p:spPr>
              <a:xfrm rot="9504000">
                <a:off x="6512092" y="44439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/>
              <p:nvPr/>
            </p:nvCxnSpPr>
            <p:spPr>
              <a:xfrm rot="9720000">
                <a:off x="6445282" y="44679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/>
              <p:nvPr/>
            </p:nvCxnSpPr>
            <p:spPr>
              <a:xfrm rot="9935999">
                <a:off x="6377094" y="448779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/>
              <p:cNvCxnSpPr/>
              <p:nvPr/>
            </p:nvCxnSpPr>
            <p:spPr>
              <a:xfrm rot="10151999">
                <a:off x="6307798" y="45032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/>
              <p:cNvCxnSpPr/>
              <p:nvPr/>
            </p:nvCxnSpPr>
            <p:spPr>
              <a:xfrm rot="10367999">
                <a:off x="6237664" y="451438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/>
              <p:cNvCxnSpPr/>
              <p:nvPr/>
            </p:nvCxnSpPr>
            <p:spPr>
              <a:xfrm rot="10584000">
                <a:off x="6166972" y="452107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连接符 97"/>
              <p:cNvCxnSpPr/>
              <p:nvPr/>
            </p:nvCxnSpPr>
            <p:spPr>
              <a:xfrm rot="10800000">
                <a:off x="6096000" y="45233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/>
              <p:cNvCxnSpPr/>
              <p:nvPr/>
            </p:nvCxnSpPr>
            <p:spPr>
              <a:xfrm rot="11016000">
                <a:off x="6025028" y="452107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/>
              <p:cNvCxnSpPr/>
              <p:nvPr/>
            </p:nvCxnSpPr>
            <p:spPr>
              <a:xfrm rot="11231999">
                <a:off x="5954336" y="451438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/>
              <p:cNvCxnSpPr/>
              <p:nvPr/>
            </p:nvCxnSpPr>
            <p:spPr>
              <a:xfrm rot="11447999">
                <a:off x="5884203" y="45032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/>
              <p:cNvCxnSpPr/>
              <p:nvPr/>
            </p:nvCxnSpPr>
            <p:spPr>
              <a:xfrm rot="11664000">
                <a:off x="5814906" y="448779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/>
              <p:cNvCxnSpPr/>
              <p:nvPr/>
            </p:nvCxnSpPr>
            <p:spPr>
              <a:xfrm rot="11880000">
                <a:off x="5746718" y="44679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/>
              <p:cNvCxnSpPr/>
              <p:nvPr/>
            </p:nvCxnSpPr>
            <p:spPr>
              <a:xfrm rot="12096000">
                <a:off x="5679909" y="44439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/>
              <p:cNvCxnSpPr/>
              <p:nvPr/>
            </p:nvCxnSpPr>
            <p:spPr>
              <a:xfrm rot="12311999">
                <a:off x="5614742" y="44157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 rot="12527999">
                <a:off x="5551474" y="43834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/>
              <p:cNvCxnSpPr/>
              <p:nvPr/>
            </p:nvCxnSpPr>
            <p:spPr>
              <a:xfrm rot="12744000">
                <a:off x="5490355" y="43473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/>
              <p:cNvCxnSpPr/>
              <p:nvPr/>
            </p:nvCxnSpPr>
            <p:spPr>
              <a:xfrm rot="12960000">
                <a:off x="5431626" y="430743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/>
              <p:cNvCxnSpPr/>
              <p:nvPr/>
            </p:nvCxnSpPr>
            <p:spPr>
              <a:xfrm rot="13176000">
                <a:off x="5375520" y="42639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 rot="13391999">
                <a:off x="5322257" y="421695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 rot="13607999">
                <a:off x="5272047" y="41667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 rot="13824000">
                <a:off x="5225089" y="411348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 rot="14040000">
                <a:off x="5181568" y="40573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 rot="14256000">
                <a:off x="5141656" y="399864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/>
              <p:nvPr/>
            </p:nvCxnSpPr>
            <p:spPr>
              <a:xfrm rot="14471999">
                <a:off x="5105511" y="39375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>
              <a:xfrm rot="14687999">
                <a:off x="5073274" y="387425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/>
              <p:nvPr/>
            </p:nvCxnSpPr>
            <p:spPr>
              <a:xfrm rot="14904000">
                <a:off x="5045074" y="380909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/>
              <p:nvPr/>
            </p:nvCxnSpPr>
            <p:spPr>
              <a:xfrm rot="15120000">
                <a:off x="5021021" y="374228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>
              <a:xfrm rot="15335999">
                <a:off x="5001211" y="367409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/>
              <p:cNvCxnSpPr/>
              <p:nvPr/>
            </p:nvCxnSpPr>
            <p:spPr>
              <a:xfrm rot="15551999">
                <a:off x="4985721" y="360479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/>
              <p:cNvCxnSpPr/>
              <p:nvPr/>
            </p:nvCxnSpPr>
            <p:spPr>
              <a:xfrm rot="15767999">
                <a:off x="4974613" y="353466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/>
              <p:cNvCxnSpPr/>
              <p:nvPr/>
            </p:nvCxnSpPr>
            <p:spPr>
              <a:xfrm rot="15984000">
                <a:off x="4967930" y="346397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3" name="弧形 122"/>
            <p:cNvSpPr/>
            <p:nvPr/>
          </p:nvSpPr>
          <p:spPr>
            <a:xfrm rot="20973734">
              <a:off x="4836000" y="2169000"/>
              <a:ext cx="2520000" cy="2520000"/>
            </a:xfrm>
            <a:prstGeom prst="arc">
              <a:avLst>
                <a:gd name="adj1" fmla="val 16200000"/>
                <a:gd name="adj2" fmla="val 12431696"/>
              </a:avLst>
            </a:prstGeom>
            <a:ln w="19050">
              <a:solidFill>
                <a:schemeClr val="bg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4" name="矩形 123"/>
          <p:cNvSpPr/>
          <p:nvPr/>
        </p:nvSpPr>
        <p:spPr>
          <a:xfrm>
            <a:off x="5425440" y="2244090"/>
            <a:ext cx="151765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State只读</a:t>
            </a:r>
            <a:endParaRPr lang="en-US" altLang="zh-CN" sz="2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125" name="组合 124"/>
          <p:cNvGrpSpPr/>
          <p:nvPr/>
        </p:nvGrpSpPr>
        <p:grpSpPr>
          <a:xfrm>
            <a:off x="9118600" y="1574800"/>
            <a:ext cx="1734820" cy="1817370"/>
            <a:chOff x="4836000" y="2169000"/>
            <a:chExt cx="2520000" cy="2520000"/>
          </a:xfrm>
        </p:grpSpPr>
        <p:grpSp>
          <p:nvGrpSpPr>
            <p:cNvPr id="126" name="组合 125"/>
            <p:cNvGrpSpPr/>
            <p:nvPr/>
          </p:nvGrpSpPr>
          <p:grpSpPr>
            <a:xfrm rot="0">
              <a:off x="4929700" y="2262700"/>
              <a:ext cx="2332600" cy="2332600"/>
              <a:chOff x="4929700" y="2262700"/>
              <a:chExt cx="2332600" cy="2332600"/>
            </a:xfrm>
          </p:grpSpPr>
          <p:sp>
            <p:nvSpPr>
              <p:cNvPr id="127" name="椭圆 126"/>
              <p:cNvSpPr/>
              <p:nvPr/>
            </p:nvSpPr>
            <p:spPr>
              <a:xfrm>
                <a:off x="5016000" y="2349000"/>
                <a:ext cx="2160000" cy="2160000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28" name="直接连接符 127"/>
              <p:cNvCxnSpPr/>
              <p:nvPr/>
            </p:nvCxnSpPr>
            <p:spPr>
              <a:xfrm rot="-5400000">
                <a:off x="4965700" y="33930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128"/>
              <p:cNvCxnSpPr/>
              <p:nvPr/>
            </p:nvCxnSpPr>
            <p:spPr>
              <a:xfrm rot="-5184000">
                <a:off x="4967930" y="332202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129"/>
              <p:cNvCxnSpPr/>
              <p:nvPr/>
            </p:nvCxnSpPr>
            <p:spPr>
              <a:xfrm rot="-4968000">
                <a:off x="4974613" y="325133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/>
              <p:cNvCxnSpPr/>
              <p:nvPr/>
            </p:nvCxnSpPr>
            <p:spPr>
              <a:xfrm rot="-4752000">
                <a:off x="4985721" y="318120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/>
              <p:cNvCxnSpPr/>
              <p:nvPr/>
            </p:nvCxnSpPr>
            <p:spPr>
              <a:xfrm rot="-4536000">
                <a:off x="5001211" y="311190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/>
              <p:nvPr/>
            </p:nvCxnSpPr>
            <p:spPr>
              <a:xfrm rot="-4320000">
                <a:off x="5021021" y="304371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>
              <a:xfrm rot="-4104000">
                <a:off x="5045073" y="297690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 rot="-3888000">
                <a:off x="5073274" y="291174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接连接符 135"/>
              <p:cNvCxnSpPr/>
              <p:nvPr/>
            </p:nvCxnSpPr>
            <p:spPr>
              <a:xfrm rot="-3672000">
                <a:off x="5105510" y="28484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/>
              <p:cNvCxnSpPr/>
              <p:nvPr/>
            </p:nvCxnSpPr>
            <p:spPr>
              <a:xfrm rot="-3456000">
                <a:off x="5141656" y="278735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>
              <a:xfrm rot="-3240000">
                <a:off x="5181568" y="27286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>
              <a:xfrm rot="-3024000">
                <a:off x="5225089" y="267252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>
              <a:xfrm rot="-2808000">
                <a:off x="5272047" y="26192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/>
              <p:cNvCxnSpPr/>
              <p:nvPr/>
            </p:nvCxnSpPr>
            <p:spPr>
              <a:xfrm rot="-2592000">
                <a:off x="5322257" y="256904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/>
              <p:cNvCxnSpPr/>
              <p:nvPr/>
            </p:nvCxnSpPr>
            <p:spPr>
              <a:xfrm rot="-2376000">
                <a:off x="5375520" y="25220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接连接符 142"/>
              <p:cNvCxnSpPr/>
              <p:nvPr/>
            </p:nvCxnSpPr>
            <p:spPr>
              <a:xfrm rot="-2160000">
                <a:off x="5431626" y="247856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接连接符 143"/>
              <p:cNvCxnSpPr/>
              <p:nvPr/>
            </p:nvCxnSpPr>
            <p:spPr>
              <a:xfrm rot="-1944000">
                <a:off x="5490355" y="24386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/>
              <p:cNvCxnSpPr/>
              <p:nvPr/>
            </p:nvCxnSpPr>
            <p:spPr>
              <a:xfrm rot="-1728000">
                <a:off x="5551474" y="24025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连接符 145"/>
              <p:cNvCxnSpPr/>
              <p:nvPr/>
            </p:nvCxnSpPr>
            <p:spPr>
              <a:xfrm rot="-1512000">
                <a:off x="5614742" y="23702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 rot="-1296000">
                <a:off x="5679909" y="23420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/>
              <p:cNvCxnSpPr/>
              <p:nvPr/>
            </p:nvCxnSpPr>
            <p:spPr>
              <a:xfrm rot="-1080000">
                <a:off x="5746718" y="23180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/>
              <p:cNvCxnSpPr/>
              <p:nvPr/>
            </p:nvCxnSpPr>
            <p:spPr>
              <a:xfrm rot="-864000">
                <a:off x="5814906" y="229821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/>
            </p:nvCxnSpPr>
            <p:spPr>
              <a:xfrm rot="-648000">
                <a:off x="5884203" y="22827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/>
              <p:cNvCxnSpPr/>
              <p:nvPr/>
            </p:nvCxnSpPr>
            <p:spPr>
              <a:xfrm rot="-432000">
                <a:off x="5954336" y="227161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接连接符 151"/>
              <p:cNvCxnSpPr/>
              <p:nvPr/>
            </p:nvCxnSpPr>
            <p:spPr>
              <a:xfrm rot="-216000">
                <a:off x="6025028" y="226493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连接符 152"/>
              <p:cNvCxnSpPr/>
              <p:nvPr/>
            </p:nvCxnSpPr>
            <p:spPr>
              <a:xfrm>
                <a:off x="6096000" y="22627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/>
              <p:cNvCxnSpPr/>
              <p:nvPr/>
            </p:nvCxnSpPr>
            <p:spPr>
              <a:xfrm rot="216000">
                <a:off x="6166972" y="226493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/>
              <p:cNvCxnSpPr/>
              <p:nvPr/>
            </p:nvCxnSpPr>
            <p:spPr>
              <a:xfrm rot="432000">
                <a:off x="6237664" y="227161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/>
              <p:cNvCxnSpPr/>
              <p:nvPr/>
            </p:nvCxnSpPr>
            <p:spPr>
              <a:xfrm rot="648000">
                <a:off x="6307797" y="22827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/>
              <p:cNvCxnSpPr/>
              <p:nvPr/>
            </p:nvCxnSpPr>
            <p:spPr>
              <a:xfrm rot="864000">
                <a:off x="6377094" y="229821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/>
              <p:cNvCxnSpPr/>
              <p:nvPr/>
            </p:nvCxnSpPr>
            <p:spPr>
              <a:xfrm rot="1080000">
                <a:off x="6445282" y="23180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/>
              <p:cNvCxnSpPr/>
              <p:nvPr/>
            </p:nvCxnSpPr>
            <p:spPr>
              <a:xfrm rot="1296000">
                <a:off x="6512091" y="23420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接连接符 159"/>
              <p:cNvCxnSpPr/>
              <p:nvPr/>
            </p:nvCxnSpPr>
            <p:spPr>
              <a:xfrm rot="1512000">
                <a:off x="6577258" y="23702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/>
              <p:cNvCxnSpPr/>
              <p:nvPr/>
            </p:nvCxnSpPr>
            <p:spPr>
              <a:xfrm rot="1728000">
                <a:off x="6640526" y="24025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/>
              <p:cNvCxnSpPr/>
              <p:nvPr/>
            </p:nvCxnSpPr>
            <p:spPr>
              <a:xfrm rot="1944000">
                <a:off x="6701645" y="24386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 rot="2160000">
                <a:off x="6760373" y="247856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/>
              <p:cNvCxnSpPr/>
              <p:nvPr/>
            </p:nvCxnSpPr>
            <p:spPr>
              <a:xfrm rot="2375999">
                <a:off x="6816480" y="25220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/>
              <p:cNvCxnSpPr/>
              <p:nvPr/>
            </p:nvCxnSpPr>
            <p:spPr>
              <a:xfrm rot="2592000">
                <a:off x="6869743" y="256904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/>
              <p:cNvCxnSpPr/>
              <p:nvPr/>
            </p:nvCxnSpPr>
            <p:spPr>
              <a:xfrm rot="2808000">
                <a:off x="6919954" y="26192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/>
              <p:cNvCxnSpPr/>
              <p:nvPr/>
            </p:nvCxnSpPr>
            <p:spPr>
              <a:xfrm rot="3024000">
                <a:off x="6966911" y="267252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/>
              <p:cNvCxnSpPr/>
              <p:nvPr/>
            </p:nvCxnSpPr>
            <p:spPr>
              <a:xfrm rot="3240000">
                <a:off x="7010432" y="27286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连接符 168"/>
              <p:cNvCxnSpPr/>
              <p:nvPr/>
            </p:nvCxnSpPr>
            <p:spPr>
              <a:xfrm rot="3455999">
                <a:off x="7050344" y="278735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/>
              <p:cNvCxnSpPr/>
              <p:nvPr/>
            </p:nvCxnSpPr>
            <p:spPr>
              <a:xfrm rot="3672000">
                <a:off x="7086489" y="28484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连接符 170"/>
              <p:cNvCxnSpPr/>
              <p:nvPr/>
            </p:nvCxnSpPr>
            <p:spPr>
              <a:xfrm rot="3888000">
                <a:off x="7118726" y="291174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直接连接符 171"/>
              <p:cNvCxnSpPr/>
              <p:nvPr/>
            </p:nvCxnSpPr>
            <p:spPr>
              <a:xfrm rot="4104000">
                <a:off x="7146927" y="297690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连接符 172"/>
              <p:cNvCxnSpPr/>
              <p:nvPr/>
            </p:nvCxnSpPr>
            <p:spPr>
              <a:xfrm rot="4320000">
                <a:off x="7170979" y="304371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接连接符 173"/>
              <p:cNvCxnSpPr/>
              <p:nvPr/>
            </p:nvCxnSpPr>
            <p:spPr>
              <a:xfrm rot="4535999">
                <a:off x="7190790" y="311190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接连接符 174"/>
              <p:cNvCxnSpPr/>
              <p:nvPr/>
            </p:nvCxnSpPr>
            <p:spPr>
              <a:xfrm rot="4752000">
                <a:off x="7206280" y="318120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连接符 175"/>
              <p:cNvCxnSpPr/>
              <p:nvPr/>
            </p:nvCxnSpPr>
            <p:spPr>
              <a:xfrm rot="4967999">
                <a:off x="7217387" y="325133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/>
              <p:cNvCxnSpPr/>
              <p:nvPr/>
            </p:nvCxnSpPr>
            <p:spPr>
              <a:xfrm rot="5184000">
                <a:off x="7224070" y="332202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连接符 177"/>
              <p:cNvCxnSpPr/>
              <p:nvPr/>
            </p:nvCxnSpPr>
            <p:spPr>
              <a:xfrm rot="5400000">
                <a:off x="7226300" y="33930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/>
              <p:cNvCxnSpPr/>
              <p:nvPr/>
            </p:nvCxnSpPr>
            <p:spPr>
              <a:xfrm rot="5615999">
                <a:off x="7224070" y="346397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/>
              <p:cNvCxnSpPr/>
              <p:nvPr/>
            </p:nvCxnSpPr>
            <p:spPr>
              <a:xfrm rot="5832000">
                <a:off x="7217387" y="353466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>
              <a:xfrm rot="6047999">
                <a:off x="7206280" y="360479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接连接符 181"/>
              <p:cNvCxnSpPr/>
              <p:nvPr/>
            </p:nvCxnSpPr>
            <p:spPr>
              <a:xfrm rot="6264000">
                <a:off x="7190790" y="367409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/>
              <p:cNvCxnSpPr/>
              <p:nvPr/>
            </p:nvCxnSpPr>
            <p:spPr>
              <a:xfrm rot="6480000">
                <a:off x="7170979" y="374228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/>
              <p:cNvCxnSpPr/>
              <p:nvPr/>
            </p:nvCxnSpPr>
            <p:spPr>
              <a:xfrm rot="6695999">
                <a:off x="7146927" y="380909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/>
            </p:nvCxnSpPr>
            <p:spPr>
              <a:xfrm rot="6912000">
                <a:off x="7118726" y="387425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 185"/>
              <p:cNvCxnSpPr/>
              <p:nvPr/>
            </p:nvCxnSpPr>
            <p:spPr>
              <a:xfrm rot="7127999">
                <a:off x="7086490" y="39375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 186"/>
              <p:cNvCxnSpPr/>
              <p:nvPr/>
            </p:nvCxnSpPr>
            <p:spPr>
              <a:xfrm rot="7344000">
                <a:off x="7050344" y="399864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接连接符 187"/>
              <p:cNvCxnSpPr/>
              <p:nvPr/>
            </p:nvCxnSpPr>
            <p:spPr>
              <a:xfrm rot="7560000">
                <a:off x="7010432" y="40573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 188"/>
              <p:cNvCxnSpPr/>
              <p:nvPr/>
            </p:nvCxnSpPr>
            <p:spPr>
              <a:xfrm rot="7775999">
                <a:off x="6966911" y="411348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/>
              <p:cNvCxnSpPr/>
              <p:nvPr/>
            </p:nvCxnSpPr>
            <p:spPr>
              <a:xfrm rot="7992000">
                <a:off x="6919954" y="41667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/>
              <p:cNvCxnSpPr/>
              <p:nvPr/>
            </p:nvCxnSpPr>
            <p:spPr>
              <a:xfrm rot="8207999">
                <a:off x="6869743" y="421695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/>
            </p:nvCxnSpPr>
            <p:spPr>
              <a:xfrm rot="8424000">
                <a:off x="6816480" y="42639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直接连接符 192"/>
              <p:cNvCxnSpPr/>
              <p:nvPr/>
            </p:nvCxnSpPr>
            <p:spPr>
              <a:xfrm rot="8640000">
                <a:off x="6760373" y="430743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直接连接符 193"/>
              <p:cNvCxnSpPr/>
              <p:nvPr/>
            </p:nvCxnSpPr>
            <p:spPr>
              <a:xfrm rot="8855999">
                <a:off x="6701645" y="43473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直接连接符 194"/>
              <p:cNvCxnSpPr/>
              <p:nvPr/>
            </p:nvCxnSpPr>
            <p:spPr>
              <a:xfrm rot="9072000">
                <a:off x="6640526" y="43834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直接连接符 195"/>
              <p:cNvCxnSpPr/>
              <p:nvPr/>
            </p:nvCxnSpPr>
            <p:spPr>
              <a:xfrm rot="9287999">
                <a:off x="6577258" y="44157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 196"/>
              <p:cNvCxnSpPr/>
              <p:nvPr/>
            </p:nvCxnSpPr>
            <p:spPr>
              <a:xfrm rot="9504000">
                <a:off x="6512092" y="44439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/>
              <p:cNvCxnSpPr/>
              <p:nvPr/>
            </p:nvCxnSpPr>
            <p:spPr>
              <a:xfrm rot="9720000">
                <a:off x="6445282" y="44679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/>
              <p:cNvCxnSpPr/>
              <p:nvPr/>
            </p:nvCxnSpPr>
            <p:spPr>
              <a:xfrm rot="9935999">
                <a:off x="6377094" y="448779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 199"/>
              <p:cNvCxnSpPr/>
              <p:nvPr/>
            </p:nvCxnSpPr>
            <p:spPr>
              <a:xfrm rot="10151999">
                <a:off x="6307798" y="45032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接连接符 200"/>
              <p:cNvCxnSpPr/>
              <p:nvPr/>
            </p:nvCxnSpPr>
            <p:spPr>
              <a:xfrm rot="10367999">
                <a:off x="6237664" y="451438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接连接符 201"/>
              <p:cNvCxnSpPr/>
              <p:nvPr/>
            </p:nvCxnSpPr>
            <p:spPr>
              <a:xfrm rot="10584000">
                <a:off x="6166972" y="452107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 202"/>
              <p:cNvCxnSpPr/>
              <p:nvPr/>
            </p:nvCxnSpPr>
            <p:spPr>
              <a:xfrm rot="10800000">
                <a:off x="6096000" y="45233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 203"/>
              <p:cNvCxnSpPr/>
              <p:nvPr/>
            </p:nvCxnSpPr>
            <p:spPr>
              <a:xfrm rot="11016000">
                <a:off x="6025028" y="452107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/>
              <p:cNvCxnSpPr/>
              <p:nvPr/>
            </p:nvCxnSpPr>
            <p:spPr>
              <a:xfrm rot="11231999">
                <a:off x="5954336" y="451438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连接符 205"/>
              <p:cNvCxnSpPr/>
              <p:nvPr/>
            </p:nvCxnSpPr>
            <p:spPr>
              <a:xfrm rot="11447999">
                <a:off x="5884203" y="45032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接连接符 206"/>
              <p:cNvCxnSpPr/>
              <p:nvPr/>
            </p:nvCxnSpPr>
            <p:spPr>
              <a:xfrm rot="11664000">
                <a:off x="5814906" y="448779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接连接符 207"/>
              <p:cNvCxnSpPr/>
              <p:nvPr/>
            </p:nvCxnSpPr>
            <p:spPr>
              <a:xfrm rot="11880000">
                <a:off x="5746718" y="44679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 208"/>
              <p:cNvCxnSpPr/>
              <p:nvPr/>
            </p:nvCxnSpPr>
            <p:spPr>
              <a:xfrm rot="12096000">
                <a:off x="5679909" y="44439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直接连接符 209"/>
              <p:cNvCxnSpPr/>
              <p:nvPr/>
            </p:nvCxnSpPr>
            <p:spPr>
              <a:xfrm rot="12311999">
                <a:off x="5614742" y="44157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/>
              <p:cNvCxnSpPr/>
              <p:nvPr/>
            </p:nvCxnSpPr>
            <p:spPr>
              <a:xfrm rot="12527999">
                <a:off x="5551474" y="43834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直接连接符 211"/>
              <p:cNvCxnSpPr/>
              <p:nvPr/>
            </p:nvCxnSpPr>
            <p:spPr>
              <a:xfrm rot="12744000">
                <a:off x="5490355" y="43473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接连接符 212"/>
              <p:cNvCxnSpPr/>
              <p:nvPr/>
            </p:nvCxnSpPr>
            <p:spPr>
              <a:xfrm rot="12960000">
                <a:off x="5431626" y="430743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接连接符 213"/>
              <p:cNvCxnSpPr/>
              <p:nvPr/>
            </p:nvCxnSpPr>
            <p:spPr>
              <a:xfrm rot="13176000">
                <a:off x="5375520" y="42639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直接连接符 214"/>
              <p:cNvCxnSpPr/>
              <p:nvPr/>
            </p:nvCxnSpPr>
            <p:spPr>
              <a:xfrm rot="13391999">
                <a:off x="5322257" y="421695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直接连接符 215"/>
              <p:cNvCxnSpPr/>
              <p:nvPr/>
            </p:nvCxnSpPr>
            <p:spPr>
              <a:xfrm rot="13607999">
                <a:off x="5272047" y="41667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直接连接符 216"/>
              <p:cNvCxnSpPr/>
              <p:nvPr/>
            </p:nvCxnSpPr>
            <p:spPr>
              <a:xfrm rot="13824000">
                <a:off x="5225089" y="411348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连接符 217"/>
              <p:cNvCxnSpPr/>
              <p:nvPr/>
            </p:nvCxnSpPr>
            <p:spPr>
              <a:xfrm rot="14040000">
                <a:off x="5181568" y="40573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直接连接符 218"/>
              <p:cNvCxnSpPr/>
              <p:nvPr/>
            </p:nvCxnSpPr>
            <p:spPr>
              <a:xfrm rot="14256000">
                <a:off x="5141656" y="399864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接连接符 219"/>
              <p:cNvCxnSpPr/>
              <p:nvPr/>
            </p:nvCxnSpPr>
            <p:spPr>
              <a:xfrm rot="14471999">
                <a:off x="5105511" y="39375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连接符 220"/>
              <p:cNvCxnSpPr/>
              <p:nvPr/>
            </p:nvCxnSpPr>
            <p:spPr>
              <a:xfrm rot="14687999">
                <a:off x="5073274" y="387425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直接连接符 221"/>
              <p:cNvCxnSpPr/>
              <p:nvPr/>
            </p:nvCxnSpPr>
            <p:spPr>
              <a:xfrm rot="14904000">
                <a:off x="5045074" y="380909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直接连接符 222"/>
              <p:cNvCxnSpPr/>
              <p:nvPr/>
            </p:nvCxnSpPr>
            <p:spPr>
              <a:xfrm rot="15120000">
                <a:off x="5021021" y="374228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直接连接符 223"/>
              <p:cNvCxnSpPr/>
              <p:nvPr/>
            </p:nvCxnSpPr>
            <p:spPr>
              <a:xfrm rot="15335999">
                <a:off x="5001211" y="367409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直接连接符 224"/>
              <p:cNvCxnSpPr/>
              <p:nvPr/>
            </p:nvCxnSpPr>
            <p:spPr>
              <a:xfrm rot="15551999">
                <a:off x="4985721" y="360479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直接连接符 225"/>
              <p:cNvCxnSpPr/>
              <p:nvPr/>
            </p:nvCxnSpPr>
            <p:spPr>
              <a:xfrm rot="15767999">
                <a:off x="4974613" y="353466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连接符 226"/>
              <p:cNvCxnSpPr/>
              <p:nvPr/>
            </p:nvCxnSpPr>
            <p:spPr>
              <a:xfrm rot="15984000">
                <a:off x="4967930" y="346397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8" name="弧形 227"/>
            <p:cNvSpPr/>
            <p:nvPr/>
          </p:nvSpPr>
          <p:spPr>
            <a:xfrm rot="20973734">
              <a:off x="4836000" y="2169000"/>
              <a:ext cx="2520000" cy="2520000"/>
            </a:xfrm>
            <a:prstGeom prst="arc">
              <a:avLst>
                <a:gd name="adj1" fmla="val 16200000"/>
                <a:gd name="adj2" fmla="val 12431696"/>
              </a:avLst>
            </a:prstGeom>
            <a:ln w="19050">
              <a:solidFill>
                <a:schemeClr val="bg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29" name="矩形 228"/>
          <p:cNvSpPr/>
          <p:nvPr/>
        </p:nvSpPr>
        <p:spPr>
          <a:xfrm>
            <a:off x="9208135" y="2202180"/>
            <a:ext cx="1517650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纯函数来执行修改</a:t>
            </a:r>
            <a:endParaRPr lang="zh-CN" altLang="en-US" sz="2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弧形 9"/>
          <p:cNvSpPr/>
          <p:nvPr/>
        </p:nvSpPr>
        <p:spPr>
          <a:xfrm rot="12761059">
            <a:off x="332806" y="244897"/>
            <a:ext cx="720000" cy="72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/>
          <p:cNvSpPr/>
          <p:nvPr/>
        </p:nvSpPr>
        <p:spPr>
          <a:xfrm>
            <a:off x="242806" y="154897"/>
            <a:ext cx="900000" cy="90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72847" y="312510"/>
            <a:ext cx="6399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02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800000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1320799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3156564" y="313780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实战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2" name="椭圆 1"/>
          <p:cNvSpPr/>
          <p:nvPr/>
        </p:nvSpPr>
        <p:spPr>
          <a:xfrm>
            <a:off x="5970000" y="3302999"/>
            <a:ext cx="252000" cy="25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弧形 22"/>
          <p:cNvSpPr/>
          <p:nvPr/>
        </p:nvSpPr>
        <p:spPr>
          <a:xfrm rot="13622244">
            <a:off x="5646000" y="2978999"/>
            <a:ext cx="900000" cy="900000"/>
          </a:xfrm>
          <a:prstGeom prst="arc">
            <a:avLst>
              <a:gd name="adj1" fmla="val 11529635"/>
              <a:gd name="adj2" fmla="val 899522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弧形 23"/>
          <p:cNvSpPr/>
          <p:nvPr/>
        </p:nvSpPr>
        <p:spPr>
          <a:xfrm rot="1223532">
            <a:off x="5376000" y="2708999"/>
            <a:ext cx="1440000" cy="1440000"/>
          </a:xfrm>
          <a:prstGeom prst="arc">
            <a:avLst>
              <a:gd name="adj1" fmla="val 11529635"/>
              <a:gd name="adj2" fmla="val 899522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4929700" y="2262699"/>
            <a:ext cx="2332600" cy="2332600"/>
            <a:chOff x="4929700" y="2262700"/>
            <a:chExt cx="2332600" cy="2332600"/>
          </a:xfrm>
        </p:grpSpPr>
        <p:cxnSp>
          <p:nvCxnSpPr>
            <p:cNvPr id="30" name="直接连接符 29"/>
            <p:cNvCxnSpPr/>
            <p:nvPr/>
          </p:nvCxnSpPr>
          <p:spPr>
            <a:xfrm rot="-5400000">
              <a:off x="4965700" y="3393000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rot="-5184000">
              <a:off x="4967930" y="3322028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rot="-4968000">
              <a:off x="4974613" y="3251336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rot="-4752000">
              <a:off x="4985721" y="3181203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rot="-4536000">
              <a:off x="5001211" y="3111906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rot="-4320000">
              <a:off x="5021021" y="3043718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rot="-4104000">
              <a:off x="5045073" y="2976909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rot="-3888000">
              <a:off x="5073274" y="2911742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rot="-3672000">
              <a:off x="5105510" y="2848474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rot="-3456000">
              <a:off x="5141656" y="2787355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rot="-3240000">
              <a:off x="5181568" y="2728626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rot="-3024000">
              <a:off x="5225089" y="2672520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rot="-2808000">
              <a:off x="5272047" y="2619256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rot="-2592000">
              <a:off x="5322257" y="2569047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rot="-2376000">
              <a:off x="5375520" y="2522089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rot="-2160000">
              <a:off x="5431626" y="2478568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rot="-1944000">
              <a:off x="5490355" y="2438656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rot="-1728000">
              <a:off x="5551474" y="2402511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rot="-1512000">
              <a:off x="5614742" y="2370274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rot="-1296000">
              <a:off x="5679909" y="2342074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rot="-1080000">
              <a:off x="5746718" y="2318021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rot="-864000">
              <a:off x="5814906" y="2298210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rot="-648000">
              <a:off x="5884203" y="2282721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rot="-432000">
              <a:off x="5954336" y="2271613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rot="-216000">
              <a:off x="6025028" y="2264930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6096000" y="2262700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rot="216000">
              <a:off x="6166972" y="2264930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rot="432000">
              <a:off x="6237664" y="2271613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rot="648000">
              <a:off x="6307797" y="2282721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rot="864000">
              <a:off x="6377094" y="2298210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rot="1080000">
              <a:off x="6445282" y="2318021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rot="1296000">
              <a:off x="6512091" y="2342074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rot="1512000">
              <a:off x="6577258" y="2370274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rot="1728000">
              <a:off x="6640526" y="2402511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rot="1944000">
              <a:off x="6701645" y="2438656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rot="2160000">
              <a:off x="6760373" y="2478568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rot="2375999">
              <a:off x="6816480" y="2522089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rot="2592000">
              <a:off x="6869743" y="2569047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rot="2808000">
              <a:off x="6919954" y="2619256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rot="3024000">
              <a:off x="6966911" y="2672520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rot="3240000">
              <a:off x="7010432" y="2728626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rot="3455999">
              <a:off x="7050344" y="2787355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rot="3672000">
              <a:off x="7086489" y="2848474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rot="3888000">
              <a:off x="7118726" y="2911742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rot="4104000">
              <a:off x="7146927" y="2976909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rot="4320000">
              <a:off x="7170979" y="3043718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rot="4535999">
              <a:off x="7190790" y="3111906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rot="4752000">
              <a:off x="7206280" y="3181203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rot="4967999">
              <a:off x="7217387" y="3251336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rot="5184000">
              <a:off x="7224070" y="3322028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rot="5400000">
              <a:off x="7226300" y="3393000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rot="5615999">
              <a:off x="7224070" y="3463972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rot="5832000">
              <a:off x="7217387" y="3534664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rot="6047999">
              <a:off x="7206280" y="3604797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rot="6264000">
              <a:off x="7190790" y="3674094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rot="6480000">
              <a:off x="7170979" y="3742282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rot="6695999">
              <a:off x="7146927" y="3809091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rot="6912000">
              <a:off x="7118726" y="3874258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rot="7127999">
              <a:off x="7086490" y="3937526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rot="7344000">
              <a:off x="7050344" y="3998645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rot="7560000">
              <a:off x="7010432" y="4057374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rot="7775999">
              <a:off x="6966911" y="4113480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 rot="7992000">
              <a:off x="6919954" y="4166744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rot="8207999">
              <a:off x="6869743" y="4216953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rot="8424000">
              <a:off x="6816480" y="4263911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rot="8640000">
              <a:off x="6760373" y="4307432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rot="8855999">
              <a:off x="6701645" y="4347344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rot="9072000">
              <a:off x="6640526" y="4383489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rot="9287999">
              <a:off x="6577258" y="4415726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rot="9504000">
              <a:off x="6512092" y="4443926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rot="9720000">
              <a:off x="6445282" y="4467979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rot="9935999">
              <a:off x="6377094" y="4487790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rot="10151999">
              <a:off x="6307798" y="4503279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 rot="10367999">
              <a:off x="6237664" y="4514387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 rot="10584000">
              <a:off x="6166972" y="4521070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rot="10800000">
              <a:off x="6096000" y="4523300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rot="11016000">
              <a:off x="6025028" y="4521070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rot="11231999">
              <a:off x="5954336" y="4514387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rot="11447999">
              <a:off x="5884203" y="4503279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rot="11664000">
              <a:off x="5814906" y="4487790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rot="11880000">
              <a:off x="5746718" y="4467979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rot="12096000">
              <a:off x="5679909" y="4443926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rot="12311999">
              <a:off x="5614742" y="4415726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rot="12527999">
              <a:off x="5551474" y="4383489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rot="12744000">
              <a:off x="5490355" y="4347344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rot="12960000">
              <a:off x="5431626" y="4307432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rot="13176000">
              <a:off x="5375520" y="4263911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 rot="13391999">
              <a:off x="5322257" y="4216953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rot="13607999">
              <a:off x="5272047" y="4166744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 rot="13824000">
              <a:off x="5225089" y="4113480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rot="14040000">
              <a:off x="5181568" y="4057374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rot="14256000">
              <a:off x="5141656" y="3998645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rot="14471999">
              <a:off x="5105511" y="3937526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rot="14687999">
              <a:off x="5073274" y="3874258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rot="14904000">
              <a:off x="5045074" y="3809091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rot="15120000">
              <a:off x="5021021" y="3742282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rot="15335999">
              <a:off x="5001211" y="3674095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 rot="15551999">
              <a:off x="4985721" y="3604797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rot="15767999">
              <a:off x="4974613" y="3534664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 rot="15984000">
              <a:off x="4967930" y="3463972"/>
              <a:ext cx="0" cy="72000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弧形 129"/>
          <p:cNvSpPr/>
          <p:nvPr/>
        </p:nvSpPr>
        <p:spPr>
          <a:xfrm rot="9441662">
            <a:off x="4566000" y="1898999"/>
            <a:ext cx="3060000" cy="3060000"/>
          </a:xfrm>
          <a:prstGeom prst="arc">
            <a:avLst>
              <a:gd name="adj1" fmla="val 11529635"/>
              <a:gd name="adj2" fmla="val 899522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7428230" y="1383665"/>
            <a:ext cx="634365" cy="1359535"/>
          </a:xfrm>
          <a:prstGeom prst="straightConnector1">
            <a:avLst/>
          </a:prstGeom>
          <a:ln w="19050">
            <a:solidFill>
              <a:schemeClr val="bg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/>
          <p:cNvCxnSpPr/>
          <p:nvPr/>
        </p:nvCxnSpPr>
        <p:spPr>
          <a:xfrm>
            <a:off x="7261860" y="4327525"/>
            <a:ext cx="316230" cy="1203325"/>
          </a:xfrm>
          <a:prstGeom prst="straightConnector1">
            <a:avLst/>
          </a:prstGeom>
          <a:ln w="19050">
            <a:solidFill>
              <a:schemeClr val="bg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/>
          <p:cNvCxnSpPr/>
          <p:nvPr/>
        </p:nvCxnSpPr>
        <p:spPr>
          <a:xfrm flipH="1">
            <a:off x="3190875" y="3855085"/>
            <a:ext cx="1402080" cy="27305"/>
          </a:xfrm>
          <a:prstGeom prst="straightConnector1">
            <a:avLst/>
          </a:prstGeom>
          <a:ln w="19050">
            <a:solidFill>
              <a:schemeClr val="bg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文本框 130"/>
          <p:cNvSpPr txBox="1"/>
          <p:nvPr/>
        </p:nvSpPr>
        <p:spPr>
          <a:xfrm>
            <a:off x="852690" y="1866458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目录结构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8752840" y="843280"/>
            <a:ext cx="18281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定义</a:t>
            </a:r>
            <a:r>
              <a:rPr lang="en-US" altLang="zh-CN" sz="1600" dirty="0">
                <a:solidFill>
                  <a:schemeClr val="bg1"/>
                </a:solidFill>
              </a:rPr>
              <a:t>action</a:t>
            </a:r>
            <a:endParaRPr lang="en-US" altLang="zh-CN" sz="1600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45" y="2697480"/>
            <a:ext cx="2686050" cy="2590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520" y="1248410"/>
            <a:ext cx="3747135" cy="2762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321560"/>
            <a:ext cx="3651885" cy="3752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8155" y="3291205"/>
            <a:ext cx="3671570" cy="864870"/>
          </a:xfrm>
          <a:prstGeom prst="rect">
            <a:avLst/>
          </a:prstGeom>
        </p:spPr>
      </p:pic>
      <p:cxnSp>
        <p:nvCxnSpPr>
          <p:cNvPr id="11" name="直接箭头连接符 10"/>
          <p:cNvCxnSpPr>
            <a:stCxn id="130" idx="0"/>
            <a:endCxn id="7" idx="1"/>
          </p:cNvCxnSpPr>
          <p:nvPr/>
        </p:nvCxnSpPr>
        <p:spPr>
          <a:xfrm flipV="1">
            <a:off x="7600315" y="2509520"/>
            <a:ext cx="495935" cy="641350"/>
          </a:xfrm>
          <a:prstGeom prst="straightConnector1">
            <a:avLst/>
          </a:prstGeom>
          <a:ln w="19050">
            <a:solidFill>
              <a:schemeClr val="bg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880475" y="1982470"/>
            <a:ext cx="18281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solidFill>
                  <a:schemeClr val="bg1"/>
                </a:solidFill>
              </a:rPr>
              <a:t>创建</a:t>
            </a:r>
            <a:r>
              <a:rPr lang="en-US" altLang="zh-CN" sz="1600" dirty="0">
                <a:solidFill>
                  <a:schemeClr val="bg1"/>
                </a:solidFill>
              </a:rPr>
              <a:t>action</a:t>
            </a:r>
            <a:r>
              <a:rPr lang="zh-CN" altLang="en-US" sz="1600" dirty="0">
                <a:solidFill>
                  <a:schemeClr val="bg1"/>
                </a:solidFill>
              </a:rPr>
              <a:t>函数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880475" y="2945765"/>
            <a:ext cx="18281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 dirty="0">
                <a:solidFill>
                  <a:schemeClr val="bg1"/>
                </a:solidFill>
              </a:rPr>
              <a:t>定义</a:t>
            </a:r>
            <a:r>
              <a:rPr lang="en-US" altLang="zh-CN" sz="1600" dirty="0">
                <a:solidFill>
                  <a:schemeClr val="bg1"/>
                </a:solidFill>
              </a:rPr>
              <a:t>reducers</a:t>
            </a:r>
            <a:endParaRPr lang="en-US" altLang="zh-CN" sz="1600" dirty="0">
              <a:solidFill>
                <a:schemeClr val="bg1"/>
              </a:solidFill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7562215" y="3717925"/>
            <a:ext cx="534035" cy="197485"/>
          </a:xfrm>
          <a:prstGeom prst="straightConnector1">
            <a:avLst/>
          </a:prstGeom>
          <a:ln w="19050">
            <a:solidFill>
              <a:schemeClr val="bg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8880475" y="4390390"/>
            <a:ext cx="18281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 dirty="0">
                <a:solidFill>
                  <a:schemeClr val="bg1"/>
                </a:solidFill>
              </a:rPr>
              <a:t>定义</a:t>
            </a:r>
            <a:r>
              <a:rPr lang="en-US" altLang="zh-CN" sz="1600" dirty="0">
                <a:solidFill>
                  <a:schemeClr val="bg1"/>
                </a:solidFill>
              </a:rPr>
              <a:t>saga</a:t>
            </a:r>
            <a:endParaRPr lang="en-US" altLang="zh-CN" sz="1600" dirty="0">
              <a:solidFill>
                <a:schemeClr val="bg1"/>
              </a:solidFill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0315" y="4727575"/>
            <a:ext cx="4210685" cy="18719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弧形 9"/>
          <p:cNvSpPr/>
          <p:nvPr/>
        </p:nvSpPr>
        <p:spPr>
          <a:xfrm rot="12761059">
            <a:off x="332806" y="244897"/>
            <a:ext cx="720000" cy="72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/>
          <p:cNvSpPr/>
          <p:nvPr/>
        </p:nvSpPr>
        <p:spPr>
          <a:xfrm>
            <a:off x="242806" y="154897"/>
            <a:ext cx="900000" cy="90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72847" y="312510"/>
            <a:ext cx="635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03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800000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1320799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3007339" y="312510"/>
            <a:ext cx="1402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调试！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340" name="任意多边形: 形状 339"/>
          <p:cNvSpPr/>
          <p:nvPr/>
        </p:nvSpPr>
        <p:spPr>
          <a:xfrm>
            <a:off x="1236635" y="5192729"/>
            <a:ext cx="9720000" cy="1080000"/>
          </a:xfrm>
          <a:custGeom>
            <a:avLst/>
            <a:gdLst>
              <a:gd name="connsiteX0" fmla="*/ 4917287 w 9834574"/>
              <a:gd name="connsiteY0" fmla="*/ 0 h 1664922"/>
              <a:gd name="connsiteX1" fmla="*/ 9763646 w 9834574"/>
              <a:gd name="connsiteY1" fmla="*/ 1609184 h 1664922"/>
              <a:gd name="connsiteX2" fmla="*/ 9834574 w 9834574"/>
              <a:gd name="connsiteY2" fmla="*/ 1664922 h 1664922"/>
              <a:gd name="connsiteX3" fmla="*/ 0 w 9834574"/>
              <a:gd name="connsiteY3" fmla="*/ 1664922 h 1664922"/>
              <a:gd name="connsiteX4" fmla="*/ 70928 w 9834574"/>
              <a:gd name="connsiteY4" fmla="*/ 1609184 h 1664922"/>
              <a:gd name="connsiteX5" fmla="*/ 4917287 w 9834574"/>
              <a:gd name="connsiteY5" fmla="*/ 0 h 166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34574" h="1664922">
                <a:moveTo>
                  <a:pt x="4917287" y="0"/>
                </a:moveTo>
                <a:cubicBezTo>
                  <a:pt x="6734649" y="0"/>
                  <a:pt x="8412221" y="598514"/>
                  <a:pt x="9763646" y="1609184"/>
                </a:cubicBezTo>
                <a:lnTo>
                  <a:pt x="9834574" y="1664922"/>
                </a:lnTo>
                <a:lnTo>
                  <a:pt x="0" y="1664922"/>
                </a:lnTo>
                <a:lnTo>
                  <a:pt x="70928" y="1609184"/>
                </a:lnTo>
                <a:cubicBezTo>
                  <a:pt x="1422354" y="598514"/>
                  <a:pt x="3099926" y="0"/>
                  <a:pt x="4917287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0">
                <a:schemeClr val="bg1">
                  <a:alpha val="35000"/>
                </a:schemeClr>
              </a:gs>
              <a:gs pos="50000">
                <a:schemeClr val="bg1">
                  <a:alpha val="20000"/>
                </a:schemeClr>
              </a:gs>
              <a:gs pos="100000">
                <a:schemeClr val="bg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文本框 340"/>
          <p:cNvSpPr txBox="1"/>
          <p:nvPr/>
        </p:nvSpPr>
        <p:spPr>
          <a:xfrm>
            <a:off x="4926325" y="5401904"/>
            <a:ext cx="1910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spc="600" dirty="0">
                <a:solidFill>
                  <a:schemeClr val="bg1"/>
                </a:solidFill>
              </a:rPr>
              <a:t>调试工具</a:t>
            </a:r>
            <a:endParaRPr lang="zh-CN" altLang="en-US" sz="2800" b="1" spc="600" dirty="0">
              <a:solidFill>
                <a:schemeClr val="bg1"/>
              </a:solidFill>
            </a:endParaRPr>
          </a:p>
        </p:txBody>
      </p:sp>
      <p:cxnSp>
        <p:nvCxnSpPr>
          <p:cNvPr id="342" name="直接连接符 341"/>
          <p:cNvCxnSpPr/>
          <p:nvPr/>
        </p:nvCxnSpPr>
        <p:spPr>
          <a:xfrm>
            <a:off x="4656000" y="5041534"/>
            <a:ext cx="2880000" cy="0"/>
          </a:xfrm>
          <a:prstGeom prst="line">
            <a:avLst/>
          </a:prstGeom>
          <a:ln w="15875" cap="rnd">
            <a:gradFill flip="none" rotWithShape="1">
              <a:gsLst>
                <a:gs pos="0">
                  <a:schemeClr val="bg1">
                    <a:alpha val="20000"/>
                  </a:schemeClr>
                </a:gs>
                <a:gs pos="50000">
                  <a:schemeClr val="bg1">
                    <a:lumMod val="0"/>
                    <a:lumOff val="100000"/>
                  </a:schemeClr>
                </a:gs>
                <a:gs pos="100000">
                  <a:schemeClr val="bg1">
                    <a:alpha val="2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237740" y="1102360"/>
            <a:ext cx="2078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Redux Devtools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45" y="1629410"/>
            <a:ext cx="5443855" cy="34118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160385" y="1102360"/>
            <a:ext cx="2648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React Native Debugger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020" y="1647825"/>
            <a:ext cx="5622925" cy="33743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弧形 2"/>
          <p:cNvSpPr/>
          <p:nvPr/>
        </p:nvSpPr>
        <p:spPr>
          <a:xfrm rot="12761059">
            <a:off x="3317583" y="2348999"/>
            <a:ext cx="2160000" cy="216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543824" y="2644170"/>
            <a:ext cx="169164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 spc="600" dirty="0">
                <a:solidFill>
                  <a:schemeClr val="bg1"/>
                </a:solidFill>
                <a:latin typeface="+mj-lt"/>
                <a:ea typeface="+mj-ea"/>
              </a:rPr>
              <a:t>04</a:t>
            </a:r>
            <a:endParaRPr lang="zh-CN" altLang="en-US" sz="9600" b="1" spc="6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6539056" y="3429000"/>
            <a:ext cx="4028391" cy="6184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294581" y="2782799"/>
            <a:ext cx="46913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spc="600" dirty="0">
                <a:solidFill>
                  <a:schemeClr val="bg1"/>
                </a:solidFill>
              </a:rPr>
              <a:t>React Native </a:t>
            </a:r>
            <a:r>
              <a:rPr lang="zh-CN" altLang="en-US" sz="3200" b="1" spc="600" dirty="0">
                <a:solidFill>
                  <a:schemeClr val="bg1"/>
                </a:solidFill>
              </a:rPr>
              <a:t>应用</a:t>
            </a:r>
            <a:endParaRPr lang="zh-CN" altLang="en-US" sz="3200" b="1" spc="600" dirty="0">
              <a:solidFill>
                <a:schemeClr val="bg1"/>
              </a:solidFill>
            </a:endParaRPr>
          </a:p>
        </p:txBody>
      </p:sp>
      <p:sp>
        <p:nvSpPr>
          <p:cNvPr id="7" name="弧形 6"/>
          <p:cNvSpPr/>
          <p:nvPr/>
        </p:nvSpPr>
        <p:spPr>
          <a:xfrm>
            <a:off x="3137583" y="2169000"/>
            <a:ext cx="2520000" cy="252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539056" y="3506770"/>
            <a:ext cx="42016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React Native </a:t>
            </a:r>
            <a:r>
              <a:rPr lang="zh-CN" altLang="en-US" sz="2400" dirty="0">
                <a:solidFill>
                  <a:schemeClr val="bg1"/>
                </a:solidFill>
              </a:rPr>
              <a:t>实际应用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弧形 9"/>
          <p:cNvSpPr/>
          <p:nvPr/>
        </p:nvSpPr>
        <p:spPr>
          <a:xfrm rot="12761059">
            <a:off x="332806" y="244897"/>
            <a:ext cx="720000" cy="72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/>
          <p:cNvSpPr/>
          <p:nvPr/>
        </p:nvSpPr>
        <p:spPr>
          <a:xfrm>
            <a:off x="242806" y="154897"/>
            <a:ext cx="900000" cy="90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72847" y="312510"/>
            <a:ext cx="635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01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800000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1320799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727939" y="291555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项目结构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68" name="弧形 67"/>
          <p:cNvSpPr/>
          <p:nvPr/>
        </p:nvSpPr>
        <p:spPr>
          <a:xfrm rot="12924155">
            <a:off x="10466595" y="1421743"/>
            <a:ext cx="900000" cy="900000"/>
          </a:xfrm>
          <a:prstGeom prst="arc">
            <a:avLst>
              <a:gd name="adj1" fmla="val 11529635"/>
              <a:gd name="adj2" fmla="val 899522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弧形 68"/>
          <p:cNvSpPr/>
          <p:nvPr/>
        </p:nvSpPr>
        <p:spPr>
          <a:xfrm rot="13320332">
            <a:off x="10286595" y="1241743"/>
            <a:ext cx="1260000" cy="1260000"/>
          </a:xfrm>
          <a:prstGeom prst="arc">
            <a:avLst>
              <a:gd name="adj1" fmla="val 467427"/>
              <a:gd name="adj2" fmla="val 1970396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/>
          <p:cNvSpPr/>
          <p:nvPr/>
        </p:nvSpPr>
        <p:spPr>
          <a:xfrm>
            <a:off x="10016595" y="971743"/>
            <a:ext cx="1800000" cy="1800000"/>
          </a:xfrm>
          <a:prstGeom prst="ellipse">
            <a:avLst/>
          </a:prstGeom>
          <a:noFill/>
          <a:ln w="25400" cmpd="thinThick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弧形 1"/>
          <p:cNvSpPr/>
          <p:nvPr/>
        </p:nvSpPr>
        <p:spPr>
          <a:xfrm>
            <a:off x="9836595" y="791743"/>
            <a:ext cx="2160000" cy="2160000"/>
          </a:xfrm>
          <a:prstGeom prst="arc">
            <a:avLst>
              <a:gd name="adj1" fmla="val 3006761"/>
              <a:gd name="adj2" fmla="val 19817519"/>
            </a:avLst>
          </a:prstGeom>
          <a:ln w="222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/>
          <p:cNvCxnSpPr/>
          <p:nvPr/>
        </p:nvCxnSpPr>
        <p:spPr>
          <a:xfrm flipH="1" flipV="1">
            <a:off x="3711575" y="1610995"/>
            <a:ext cx="7204075" cy="255905"/>
          </a:xfrm>
          <a:prstGeom prst="straightConnector1">
            <a:avLst/>
          </a:prstGeom>
          <a:ln w="22225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endCxn id="5" idx="3"/>
          </p:cNvCxnSpPr>
          <p:nvPr/>
        </p:nvCxnSpPr>
        <p:spPr>
          <a:xfrm flipH="1">
            <a:off x="7152640" y="1866900"/>
            <a:ext cx="3763010" cy="2503170"/>
          </a:xfrm>
          <a:prstGeom prst="straightConnector1">
            <a:avLst/>
          </a:prstGeom>
          <a:ln w="22225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10862595" y="1817743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40" y="1212850"/>
            <a:ext cx="3126740" cy="55841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590" y="2040890"/>
            <a:ext cx="2686050" cy="46577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406005" y="5381625"/>
            <a:ext cx="47085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AppRegistry.registerComponent('</a:t>
            </a:r>
            <a:r>
              <a:rPr lang="en-US" altLang="zh-CN">
                <a:solidFill>
                  <a:schemeClr val="bg1"/>
                </a:solidFill>
              </a:rPr>
              <a:t>name</a:t>
            </a:r>
            <a:r>
              <a:rPr lang="zh-CN" altLang="en-US">
                <a:solidFill>
                  <a:schemeClr val="bg1"/>
                </a:solidFill>
              </a:rPr>
              <a:t>', () =&gt; App)</a:t>
            </a:r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7" name="直接箭头连接符 6"/>
          <p:cNvCxnSpPr>
            <a:stCxn id="19" idx="4"/>
            <a:endCxn id="6" idx="0"/>
          </p:cNvCxnSpPr>
          <p:nvPr/>
        </p:nvCxnSpPr>
        <p:spPr>
          <a:xfrm flipH="1">
            <a:off x="9760585" y="1925955"/>
            <a:ext cx="1155700" cy="3455670"/>
          </a:xfrm>
          <a:prstGeom prst="straightConnector1">
            <a:avLst/>
          </a:prstGeom>
          <a:ln w="22225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弧形 9"/>
          <p:cNvSpPr/>
          <p:nvPr/>
        </p:nvSpPr>
        <p:spPr>
          <a:xfrm rot="12761059">
            <a:off x="332806" y="244897"/>
            <a:ext cx="720000" cy="72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/>
          <p:cNvSpPr/>
          <p:nvPr/>
        </p:nvSpPr>
        <p:spPr>
          <a:xfrm>
            <a:off x="242806" y="154897"/>
            <a:ext cx="900000" cy="90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72847" y="312510"/>
            <a:ext cx="635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02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800000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1320799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747624" y="31251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生命周期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348048" y="1102298"/>
            <a:ext cx="918845" cy="918845"/>
            <a:chOff x="4929700" y="2262699"/>
            <a:chExt cx="2332600" cy="2332600"/>
          </a:xfrm>
        </p:grpSpPr>
        <p:sp>
          <p:nvSpPr>
            <p:cNvPr id="19" name="椭圆 18"/>
            <p:cNvSpPr/>
            <p:nvPr/>
          </p:nvSpPr>
          <p:spPr>
            <a:xfrm>
              <a:off x="5970000" y="3302999"/>
              <a:ext cx="252000" cy="25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弧形 20"/>
            <p:cNvSpPr/>
            <p:nvPr/>
          </p:nvSpPr>
          <p:spPr>
            <a:xfrm rot="13622244">
              <a:off x="5646000" y="2978999"/>
              <a:ext cx="900000" cy="900000"/>
            </a:xfrm>
            <a:prstGeom prst="arc">
              <a:avLst>
                <a:gd name="adj1" fmla="val 11529635"/>
                <a:gd name="adj2" fmla="val 8995229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弧形 21"/>
            <p:cNvSpPr/>
            <p:nvPr/>
          </p:nvSpPr>
          <p:spPr>
            <a:xfrm rot="1223532">
              <a:off x="5376000" y="2708999"/>
              <a:ext cx="1440000" cy="1440000"/>
            </a:xfrm>
            <a:prstGeom prst="arc">
              <a:avLst>
                <a:gd name="adj1" fmla="val 11529635"/>
                <a:gd name="adj2" fmla="val 8995229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4929700" y="2262699"/>
              <a:ext cx="2332600" cy="2332600"/>
              <a:chOff x="4929700" y="2262700"/>
              <a:chExt cx="2332600" cy="2332600"/>
            </a:xfrm>
          </p:grpSpPr>
          <p:cxnSp>
            <p:nvCxnSpPr>
              <p:cNvPr id="24" name="直接连接符 23"/>
              <p:cNvCxnSpPr/>
              <p:nvPr/>
            </p:nvCxnSpPr>
            <p:spPr>
              <a:xfrm rot="-5400000">
                <a:off x="4965700" y="33930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 rot="-5184000">
                <a:off x="4967930" y="332202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 rot="-4968000">
                <a:off x="4974613" y="325133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>
              <a:xfrm rot="-4752000">
                <a:off x="4985721" y="318120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 rot="-4536000">
                <a:off x="5001211" y="311190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 rot="-4320000">
                <a:off x="5021021" y="304371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 rot="-4104000">
                <a:off x="5045073" y="297690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 rot="-3888000">
                <a:off x="5073274" y="291174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 rot="-3672000">
                <a:off x="5105510" y="28484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 rot="-3456000">
                <a:off x="5141656" y="278735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-3240000">
                <a:off x="5181568" y="27286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-3024000">
                <a:off x="5225089" y="267252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rot="-2808000">
                <a:off x="5272047" y="26192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-2592000">
                <a:off x="5322257" y="256904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rot="-2376000">
                <a:off x="5375520" y="25220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-2160000">
                <a:off x="5431626" y="247856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 rot="-1944000">
                <a:off x="5490355" y="24386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 rot="-1728000">
                <a:off x="5551474" y="24025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 rot="-1512000">
                <a:off x="5614742" y="23702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rot="-1296000">
                <a:off x="5679909" y="23420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rot="-1080000">
                <a:off x="5746718" y="23180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rot="-864000">
                <a:off x="5814906" y="229821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 rot="-648000">
                <a:off x="5884203" y="22827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 rot="-432000">
                <a:off x="5954336" y="227161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rot="-216000">
                <a:off x="6025028" y="226493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6096000" y="22627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 rot="216000">
                <a:off x="6166972" y="226493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rot="432000">
                <a:off x="6237664" y="227161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 rot="648000">
                <a:off x="6307797" y="22827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rot="864000">
                <a:off x="6377094" y="229821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rot="1080000">
                <a:off x="6445282" y="23180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rot="1296000">
                <a:off x="6512091" y="23420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rot="1512000">
                <a:off x="6577258" y="23702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/>
            </p:nvCxnSpPr>
            <p:spPr>
              <a:xfrm rot="1728000">
                <a:off x="6640526" y="24025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 rot="1944000">
                <a:off x="6701645" y="24386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 rot="2160000">
                <a:off x="6760373" y="247856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rot="2375999">
                <a:off x="6816480" y="25220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rot="2592000">
                <a:off x="6869743" y="256904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2808000">
                <a:off x="6919954" y="26192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rot="3024000">
                <a:off x="6966911" y="267252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rot="3240000">
                <a:off x="7010432" y="27286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 rot="3455999">
                <a:off x="7050344" y="278735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rot="3672000">
                <a:off x="7086489" y="28484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rot="3888000">
                <a:off x="7118726" y="291174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rot="4104000">
                <a:off x="7146927" y="297690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 rot="4320000">
                <a:off x="7170979" y="304371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rot="4535999">
                <a:off x="7190790" y="311190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 rot="4752000">
                <a:off x="7206280" y="318120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 rot="4967999">
                <a:off x="7217387" y="325133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 rot="5184000">
                <a:off x="7224070" y="332202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 rot="5400000">
                <a:off x="7226300" y="33930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/>
              <p:nvPr/>
            </p:nvCxnSpPr>
            <p:spPr>
              <a:xfrm rot="5615999">
                <a:off x="7224070" y="346397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 rot="5832000">
                <a:off x="7217387" y="353466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 rot="6047999">
                <a:off x="7206280" y="360479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 rot="6264000">
                <a:off x="7190790" y="367409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>
              <a:xfrm rot="6480000">
                <a:off x="7170979" y="374228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 rot="6695999">
                <a:off x="7146927" y="380909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/>
              <p:cNvCxnSpPr/>
              <p:nvPr/>
            </p:nvCxnSpPr>
            <p:spPr>
              <a:xfrm rot="6912000">
                <a:off x="7118726" y="387425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/>
              <p:cNvCxnSpPr/>
              <p:nvPr/>
            </p:nvCxnSpPr>
            <p:spPr>
              <a:xfrm rot="7127999">
                <a:off x="7086490" y="39375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/>
              <p:cNvCxnSpPr/>
              <p:nvPr/>
            </p:nvCxnSpPr>
            <p:spPr>
              <a:xfrm rot="7344000">
                <a:off x="7050344" y="399864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/>
              <p:nvPr/>
            </p:nvCxnSpPr>
            <p:spPr>
              <a:xfrm rot="7560000">
                <a:off x="7010432" y="40573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/>
              <p:cNvCxnSpPr/>
              <p:nvPr/>
            </p:nvCxnSpPr>
            <p:spPr>
              <a:xfrm rot="7775999">
                <a:off x="6966911" y="411348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/>
              <p:nvPr/>
            </p:nvCxnSpPr>
            <p:spPr>
              <a:xfrm rot="7992000">
                <a:off x="6919954" y="41667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/>
              <p:nvPr/>
            </p:nvCxnSpPr>
            <p:spPr>
              <a:xfrm rot="8207999">
                <a:off x="6869743" y="421695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/>
              <p:cNvCxnSpPr/>
              <p:nvPr/>
            </p:nvCxnSpPr>
            <p:spPr>
              <a:xfrm rot="8424000">
                <a:off x="6816480" y="42639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/>
              <p:cNvCxnSpPr/>
              <p:nvPr/>
            </p:nvCxnSpPr>
            <p:spPr>
              <a:xfrm rot="8640000">
                <a:off x="6760373" y="430743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/>
              <p:cNvCxnSpPr/>
              <p:nvPr/>
            </p:nvCxnSpPr>
            <p:spPr>
              <a:xfrm rot="8855999">
                <a:off x="6701645" y="43473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连接符 97"/>
              <p:cNvCxnSpPr/>
              <p:nvPr/>
            </p:nvCxnSpPr>
            <p:spPr>
              <a:xfrm rot="9072000">
                <a:off x="6640526" y="43834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/>
              <p:cNvCxnSpPr/>
              <p:nvPr/>
            </p:nvCxnSpPr>
            <p:spPr>
              <a:xfrm rot="9287999">
                <a:off x="6577258" y="44157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/>
              <p:cNvCxnSpPr/>
              <p:nvPr/>
            </p:nvCxnSpPr>
            <p:spPr>
              <a:xfrm rot="9504000">
                <a:off x="6512092" y="44439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/>
              <p:cNvCxnSpPr/>
              <p:nvPr/>
            </p:nvCxnSpPr>
            <p:spPr>
              <a:xfrm rot="9720000">
                <a:off x="6445282" y="44679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/>
              <p:cNvCxnSpPr/>
              <p:nvPr/>
            </p:nvCxnSpPr>
            <p:spPr>
              <a:xfrm rot="9935999">
                <a:off x="6377094" y="448779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/>
              <p:cNvCxnSpPr/>
              <p:nvPr/>
            </p:nvCxnSpPr>
            <p:spPr>
              <a:xfrm rot="10151999">
                <a:off x="6307798" y="45032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/>
              <p:cNvCxnSpPr/>
              <p:nvPr/>
            </p:nvCxnSpPr>
            <p:spPr>
              <a:xfrm rot="10367999">
                <a:off x="6237664" y="451438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/>
              <p:cNvCxnSpPr/>
              <p:nvPr/>
            </p:nvCxnSpPr>
            <p:spPr>
              <a:xfrm rot="10584000">
                <a:off x="6166972" y="452107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 rot="10800000">
                <a:off x="6096000" y="45233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/>
              <p:cNvCxnSpPr/>
              <p:nvPr/>
            </p:nvCxnSpPr>
            <p:spPr>
              <a:xfrm rot="11016000">
                <a:off x="6025028" y="452107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/>
              <p:cNvCxnSpPr/>
              <p:nvPr/>
            </p:nvCxnSpPr>
            <p:spPr>
              <a:xfrm rot="11231999">
                <a:off x="5954336" y="451438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/>
              <p:cNvCxnSpPr/>
              <p:nvPr/>
            </p:nvCxnSpPr>
            <p:spPr>
              <a:xfrm rot="11447999">
                <a:off x="5884203" y="45032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 rot="11664000">
                <a:off x="5814906" y="448779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 rot="11880000">
                <a:off x="5746718" y="44679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 rot="12096000">
                <a:off x="5679909" y="44439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 rot="12311999">
                <a:off x="5614742" y="44157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 rot="12527999">
                <a:off x="5551474" y="43834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/>
              <p:nvPr/>
            </p:nvCxnSpPr>
            <p:spPr>
              <a:xfrm rot="12744000">
                <a:off x="5490355" y="43473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>
              <a:xfrm rot="12960000">
                <a:off x="5431626" y="430743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/>
              <p:nvPr/>
            </p:nvCxnSpPr>
            <p:spPr>
              <a:xfrm rot="13176000">
                <a:off x="5375520" y="42639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/>
              <p:nvPr/>
            </p:nvCxnSpPr>
            <p:spPr>
              <a:xfrm rot="13391999">
                <a:off x="5322257" y="421695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>
              <a:xfrm rot="13607999">
                <a:off x="5272047" y="41667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/>
              <p:cNvCxnSpPr/>
              <p:nvPr/>
            </p:nvCxnSpPr>
            <p:spPr>
              <a:xfrm rot="13824000">
                <a:off x="5225089" y="411348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/>
              <p:cNvCxnSpPr/>
              <p:nvPr/>
            </p:nvCxnSpPr>
            <p:spPr>
              <a:xfrm rot="14040000">
                <a:off x="5181568" y="40573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/>
              <p:cNvCxnSpPr/>
              <p:nvPr/>
            </p:nvCxnSpPr>
            <p:spPr>
              <a:xfrm rot="14256000">
                <a:off x="5141656" y="399864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>
              <a:xfrm rot="14471999">
                <a:off x="5105511" y="39375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/>
            </p:nvCxnSpPr>
            <p:spPr>
              <a:xfrm rot="14687999">
                <a:off x="5073274" y="387425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/>
              <p:nvPr/>
            </p:nvCxnSpPr>
            <p:spPr>
              <a:xfrm rot="14904000">
                <a:off x="5045074" y="380909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/>
              <p:cNvCxnSpPr/>
              <p:nvPr/>
            </p:nvCxnSpPr>
            <p:spPr>
              <a:xfrm rot="15120000">
                <a:off x="5021021" y="374228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/>
              <p:cNvCxnSpPr/>
              <p:nvPr/>
            </p:nvCxnSpPr>
            <p:spPr>
              <a:xfrm rot="15335999">
                <a:off x="5001211" y="367409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直接连接符 127"/>
              <p:cNvCxnSpPr/>
              <p:nvPr/>
            </p:nvCxnSpPr>
            <p:spPr>
              <a:xfrm rot="15551999">
                <a:off x="4985721" y="360479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128"/>
              <p:cNvCxnSpPr/>
              <p:nvPr/>
            </p:nvCxnSpPr>
            <p:spPr>
              <a:xfrm rot="15767999">
                <a:off x="4974613" y="353466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129"/>
              <p:cNvCxnSpPr/>
              <p:nvPr/>
            </p:nvCxnSpPr>
            <p:spPr>
              <a:xfrm rot="15984000">
                <a:off x="4967930" y="346397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2" name="文本框 131"/>
          <p:cNvSpPr txBox="1"/>
          <p:nvPr/>
        </p:nvSpPr>
        <p:spPr>
          <a:xfrm>
            <a:off x="6543455" y="1270786"/>
            <a:ext cx="30295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</a:rPr>
              <a:t>componentWillMount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grpSp>
        <p:nvGrpSpPr>
          <p:cNvPr id="135" name="组合 134"/>
          <p:cNvGrpSpPr/>
          <p:nvPr/>
        </p:nvGrpSpPr>
        <p:grpSpPr>
          <a:xfrm>
            <a:off x="10404405" y="3227923"/>
            <a:ext cx="918845" cy="918845"/>
            <a:chOff x="4929700" y="2262699"/>
            <a:chExt cx="2332600" cy="2332600"/>
          </a:xfrm>
        </p:grpSpPr>
        <p:sp>
          <p:nvSpPr>
            <p:cNvPr id="136" name="椭圆 135"/>
            <p:cNvSpPr/>
            <p:nvPr/>
          </p:nvSpPr>
          <p:spPr>
            <a:xfrm>
              <a:off x="5970000" y="3302999"/>
              <a:ext cx="252000" cy="25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弧形 136"/>
            <p:cNvSpPr/>
            <p:nvPr/>
          </p:nvSpPr>
          <p:spPr>
            <a:xfrm rot="13622244">
              <a:off x="5646000" y="2978999"/>
              <a:ext cx="900000" cy="900000"/>
            </a:xfrm>
            <a:prstGeom prst="arc">
              <a:avLst>
                <a:gd name="adj1" fmla="val 11529635"/>
                <a:gd name="adj2" fmla="val 8995229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弧形 137"/>
            <p:cNvSpPr/>
            <p:nvPr/>
          </p:nvSpPr>
          <p:spPr>
            <a:xfrm rot="1223532">
              <a:off x="5376000" y="2708999"/>
              <a:ext cx="1440000" cy="1440000"/>
            </a:xfrm>
            <a:prstGeom prst="arc">
              <a:avLst>
                <a:gd name="adj1" fmla="val 11529635"/>
                <a:gd name="adj2" fmla="val 8995229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39" name="组合 138"/>
            <p:cNvGrpSpPr/>
            <p:nvPr/>
          </p:nvGrpSpPr>
          <p:grpSpPr>
            <a:xfrm>
              <a:off x="4929700" y="2262699"/>
              <a:ext cx="2332600" cy="2332600"/>
              <a:chOff x="4929700" y="2262700"/>
              <a:chExt cx="2332600" cy="2332600"/>
            </a:xfrm>
          </p:grpSpPr>
          <p:cxnSp>
            <p:nvCxnSpPr>
              <p:cNvPr id="140" name="直接连接符 139"/>
              <p:cNvCxnSpPr/>
              <p:nvPr/>
            </p:nvCxnSpPr>
            <p:spPr>
              <a:xfrm rot="-5400000">
                <a:off x="4965700" y="33930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/>
              <p:cNvCxnSpPr/>
              <p:nvPr/>
            </p:nvCxnSpPr>
            <p:spPr>
              <a:xfrm rot="-5184000">
                <a:off x="4967930" y="332202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/>
              <p:cNvCxnSpPr/>
              <p:nvPr/>
            </p:nvCxnSpPr>
            <p:spPr>
              <a:xfrm rot="-4968000">
                <a:off x="4974613" y="325133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接连接符 142"/>
              <p:cNvCxnSpPr/>
              <p:nvPr/>
            </p:nvCxnSpPr>
            <p:spPr>
              <a:xfrm rot="-4752000">
                <a:off x="4985721" y="318120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接连接符 143"/>
              <p:cNvCxnSpPr/>
              <p:nvPr/>
            </p:nvCxnSpPr>
            <p:spPr>
              <a:xfrm rot="-4536000">
                <a:off x="5001211" y="311190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/>
              <p:cNvCxnSpPr/>
              <p:nvPr/>
            </p:nvCxnSpPr>
            <p:spPr>
              <a:xfrm rot="-4320000">
                <a:off x="5021021" y="304371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连接符 145"/>
              <p:cNvCxnSpPr/>
              <p:nvPr/>
            </p:nvCxnSpPr>
            <p:spPr>
              <a:xfrm rot="-4104000">
                <a:off x="5045073" y="297690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 rot="-3888000">
                <a:off x="5073274" y="291174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/>
              <p:cNvCxnSpPr/>
              <p:nvPr/>
            </p:nvCxnSpPr>
            <p:spPr>
              <a:xfrm rot="-3672000">
                <a:off x="5105510" y="28484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/>
              <p:cNvCxnSpPr/>
              <p:nvPr/>
            </p:nvCxnSpPr>
            <p:spPr>
              <a:xfrm rot="-3456000">
                <a:off x="5141656" y="278735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/>
            </p:nvCxnSpPr>
            <p:spPr>
              <a:xfrm rot="-3240000">
                <a:off x="5181568" y="27286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/>
              <p:cNvCxnSpPr/>
              <p:nvPr/>
            </p:nvCxnSpPr>
            <p:spPr>
              <a:xfrm rot="-3024000">
                <a:off x="5225089" y="267252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接连接符 151"/>
              <p:cNvCxnSpPr/>
              <p:nvPr/>
            </p:nvCxnSpPr>
            <p:spPr>
              <a:xfrm rot="-2808000">
                <a:off x="5272047" y="26192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连接符 152"/>
              <p:cNvCxnSpPr/>
              <p:nvPr/>
            </p:nvCxnSpPr>
            <p:spPr>
              <a:xfrm rot="-2592000">
                <a:off x="5322257" y="256904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/>
              <p:cNvCxnSpPr/>
              <p:nvPr/>
            </p:nvCxnSpPr>
            <p:spPr>
              <a:xfrm rot="-2376000">
                <a:off x="5375520" y="25220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/>
              <p:cNvCxnSpPr/>
              <p:nvPr/>
            </p:nvCxnSpPr>
            <p:spPr>
              <a:xfrm rot="-2160000">
                <a:off x="5431626" y="247856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/>
              <p:cNvCxnSpPr/>
              <p:nvPr/>
            </p:nvCxnSpPr>
            <p:spPr>
              <a:xfrm rot="-1944000">
                <a:off x="5490355" y="24386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/>
              <p:cNvCxnSpPr/>
              <p:nvPr/>
            </p:nvCxnSpPr>
            <p:spPr>
              <a:xfrm rot="-1728000">
                <a:off x="5551474" y="24025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/>
              <p:cNvCxnSpPr/>
              <p:nvPr/>
            </p:nvCxnSpPr>
            <p:spPr>
              <a:xfrm rot="-1512000">
                <a:off x="5614742" y="23702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/>
              <p:cNvCxnSpPr/>
              <p:nvPr/>
            </p:nvCxnSpPr>
            <p:spPr>
              <a:xfrm rot="-1296000">
                <a:off x="5679909" y="23420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接连接符 159"/>
              <p:cNvCxnSpPr/>
              <p:nvPr/>
            </p:nvCxnSpPr>
            <p:spPr>
              <a:xfrm rot="-1080000">
                <a:off x="5746718" y="23180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/>
              <p:cNvCxnSpPr/>
              <p:nvPr/>
            </p:nvCxnSpPr>
            <p:spPr>
              <a:xfrm rot="-864000">
                <a:off x="5814906" y="229821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/>
              <p:cNvCxnSpPr/>
              <p:nvPr/>
            </p:nvCxnSpPr>
            <p:spPr>
              <a:xfrm rot="-648000">
                <a:off x="5884203" y="22827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 rot="-432000">
                <a:off x="5954336" y="227161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/>
              <p:cNvCxnSpPr/>
              <p:nvPr/>
            </p:nvCxnSpPr>
            <p:spPr>
              <a:xfrm rot="-216000">
                <a:off x="6025028" y="226493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/>
              <p:cNvCxnSpPr/>
              <p:nvPr/>
            </p:nvCxnSpPr>
            <p:spPr>
              <a:xfrm>
                <a:off x="6096000" y="22627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/>
              <p:cNvCxnSpPr/>
              <p:nvPr/>
            </p:nvCxnSpPr>
            <p:spPr>
              <a:xfrm rot="216000">
                <a:off x="6166972" y="226493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/>
              <p:cNvCxnSpPr/>
              <p:nvPr/>
            </p:nvCxnSpPr>
            <p:spPr>
              <a:xfrm rot="432000">
                <a:off x="6237664" y="227161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/>
              <p:cNvCxnSpPr/>
              <p:nvPr/>
            </p:nvCxnSpPr>
            <p:spPr>
              <a:xfrm rot="648000">
                <a:off x="6307797" y="22827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连接符 168"/>
              <p:cNvCxnSpPr/>
              <p:nvPr/>
            </p:nvCxnSpPr>
            <p:spPr>
              <a:xfrm rot="864000">
                <a:off x="6377094" y="229821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/>
              <p:cNvCxnSpPr/>
              <p:nvPr/>
            </p:nvCxnSpPr>
            <p:spPr>
              <a:xfrm rot="1080000">
                <a:off x="6445282" y="23180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连接符 170"/>
              <p:cNvCxnSpPr/>
              <p:nvPr/>
            </p:nvCxnSpPr>
            <p:spPr>
              <a:xfrm rot="1296000">
                <a:off x="6512091" y="23420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直接连接符 171"/>
              <p:cNvCxnSpPr/>
              <p:nvPr/>
            </p:nvCxnSpPr>
            <p:spPr>
              <a:xfrm rot="1512000">
                <a:off x="6577258" y="23702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连接符 172"/>
              <p:cNvCxnSpPr/>
              <p:nvPr/>
            </p:nvCxnSpPr>
            <p:spPr>
              <a:xfrm rot="1728000">
                <a:off x="6640526" y="24025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接连接符 173"/>
              <p:cNvCxnSpPr/>
              <p:nvPr/>
            </p:nvCxnSpPr>
            <p:spPr>
              <a:xfrm rot="1944000">
                <a:off x="6701645" y="24386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接连接符 174"/>
              <p:cNvCxnSpPr/>
              <p:nvPr/>
            </p:nvCxnSpPr>
            <p:spPr>
              <a:xfrm rot="2160000">
                <a:off x="6760373" y="247856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连接符 175"/>
              <p:cNvCxnSpPr/>
              <p:nvPr/>
            </p:nvCxnSpPr>
            <p:spPr>
              <a:xfrm rot="2375999">
                <a:off x="6816480" y="25220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/>
              <p:cNvCxnSpPr/>
              <p:nvPr/>
            </p:nvCxnSpPr>
            <p:spPr>
              <a:xfrm rot="2592000">
                <a:off x="6869743" y="256904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连接符 177"/>
              <p:cNvCxnSpPr/>
              <p:nvPr/>
            </p:nvCxnSpPr>
            <p:spPr>
              <a:xfrm rot="2808000">
                <a:off x="6919954" y="26192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/>
              <p:cNvCxnSpPr/>
              <p:nvPr/>
            </p:nvCxnSpPr>
            <p:spPr>
              <a:xfrm rot="3024000">
                <a:off x="6966911" y="267252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/>
              <p:cNvCxnSpPr/>
              <p:nvPr/>
            </p:nvCxnSpPr>
            <p:spPr>
              <a:xfrm rot="3240000">
                <a:off x="7010432" y="27286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>
              <a:xfrm rot="3455999">
                <a:off x="7050344" y="278735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接连接符 181"/>
              <p:cNvCxnSpPr/>
              <p:nvPr/>
            </p:nvCxnSpPr>
            <p:spPr>
              <a:xfrm rot="3672000">
                <a:off x="7086489" y="28484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/>
              <p:cNvCxnSpPr/>
              <p:nvPr/>
            </p:nvCxnSpPr>
            <p:spPr>
              <a:xfrm rot="3888000">
                <a:off x="7118726" y="291174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/>
              <p:cNvCxnSpPr/>
              <p:nvPr/>
            </p:nvCxnSpPr>
            <p:spPr>
              <a:xfrm rot="4104000">
                <a:off x="7146927" y="297690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/>
            </p:nvCxnSpPr>
            <p:spPr>
              <a:xfrm rot="4320000">
                <a:off x="7170979" y="304371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 185"/>
              <p:cNvCxnSpPr/>
              <p:nvPr/>
            </p:nvCxnSpPr>
            <p:spPr>
              <a:xfrm rot="4535999">
                <a:off x="7190790" y="311190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 186"/>
              <p:cNvCxnSpPr/>
              <p:nvPr/>
            </p:nvCxnSpPr>
            <p:spPr>
              <a:xfrm rot="4752000">
                <a:off x="7206280" y="318120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接连接符 187"/>
              <p:cNvCxnSpPr/>
              <p:nvPr/>
            </p:nvCxnSpPr>
            <p:spPr>
              <a:xfrm rot="4967999">
                <a:off x="7217387" y="325133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 188"/>
              <p:cNvCxnSpPr/>
              <p:nvPr/>
            </p:nvCxnSpPr>
            <p:spPr>
              <a:xfrm rot="5184000">
                <a:off x="7224070" y="332202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/>
              <p:cNvCxnSpPr/>
              <p:nvPr/>
            </p:nvCxnSpPr>
            <p:spPr>
              <a:xfrm rot="5400000">
                <a:off x="7226300" y="33930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/>
              <p:cNvCxnSpPr/>
              <p:nvPr/>
            </p:nvCxnSpPr>
            <p:spPr>
              <a:xfrm rot="5615999">
                <a:off x="7224070" y="346397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/>
            </p:nvCxnSpPr>
            <p:spPr>
              <a:xfrm rot="5832000">
                <a:off x="7217387" y="353466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直接连接符 192"/>
              <p:cNvCxnSpPr/>
              <p:nvPr/>
            </p:nvCxnSpPr>
            <p:spPr>
              <a:xfrm rot="6047999">
                <a:off x="7206280" y="360479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直接连接符 193"/>
              <p:cNvCxnSpPr/>
              <p:nvPr/>
            </p:nvCxnSpPr>
            <p:spPr>
              <a:xfrm rot="6264000">
                <a:off x="7190790" y="367409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直接连接符 194"/>
              <p:cNvCxnSpPr/>
              <p:nvPr/>
            </p:nvCxnSpPr>
            <p:spPr>
              <a:xfrm rot="6480000">
                <a:off x="7170979" y="374228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直接连接符 195"/>
              <p:cNvCxnSpPr/>
              <p:nvPr/>
            </p:nvCxnSpPr>
            <p:spPr>
              <a:xfrm rot="6695999">
                <a:off x="7146927" y="380909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 196"/>
              <p:cNvCxnSpPr/>
              <p:nvPr/>
            </p:nvCxnSpPr>
            <p:spPr>
              <a:xfrm rot="6912000">
                <a:off x="7118726" y="387425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/>
              <p:cNvCxnSpPr/>
              <p:nvPr/>
            </p:nvCxnSpPr>
            <p:spPr>
              <a:xfrm rot="7127999">
                <a:off x="7086490" y="39375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/>
              <p:cNvCxnSpPr/>
              <p:nvPr/>
            </p:nvCxnSpPr>
            <p:spPr>
              <a:xfrm rot="7344000">
                <a:off x="7050344" y="399864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 199"/>
              <p:cNvCxnSpPr/>
              <p:nvPr/>
            </p:nvCxnSpPr>
            <p:spPr>
              <a:xfrm rot="7560000">
                <a:off x="7010432" y="40573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接连接符 200"/>
              <p:cNvCxnSpPr/>
              <p:nvPr/>
            </p:nvCxnSpPr>
            <p:spPr>
              <a:xfrm rot="7775999">
                <a:off x="6966911" y="411348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接连接符 201"/>
              <p:cNvCxnSpPr/>
              <p:nvPr/>
            </p:nvCxnSpPr>
            <p:spPr>
              <a:xfrm rot="7992000">
                <a:off x="6919954" y="41667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 202"/>
              <p:cNvCxnSpPr/>
              <p:nvPr/>
            </p:nvCxnSpPr>
            <p:spPr>
              <a:xfrm rot="8207999">
                <a:off x="6869743" y="421695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 203"/>
              <p:cNvCxnSpPr/>
              <p:nvPr/>
            </p:nvCxnSpPr>
            <p:spPr>
              <a:xfrm rot="8424000">
                <a:off x="6816480" y="42639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/>
              <p:cNvCxnSpPr/>
              <p:nvPr/>
            </p:nvCxnSpPr>
            <p:spPr>
              <a:xfrm rot="8640000">
                <a:off x="6760373" y="430743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连接符 205"/>
              <p:cNvCxnSpPr/>
              <p:nvPr/>
            </p:nvCxnSpPr>
            <p:spPr>
              <a:xfrm rot="8855999">
                <a:off x="6701645" y="43473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接连接符 206"/>
              <p:cNvCxnSpPr/>
              <p:nvPr/>
            </p:nvCxnSpPr>
            <p:spPr>
              <a:xfrm rot="9072000">
                <a:off x="6640526" y="43834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接连接符 207"/>
              <p:cNvCxnSpPr/>
              <p:nvPr/>
            </p:nvCxnSpPr>
            <p:spPr>
              <a:xfrm rot="9287999">
                <a:off x="6577258" y="44157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 208"/>
              <p:cNvCxnSpPr/>
              <p:nvPr/>
            </p:nvCxnSpPr>
            <p:spPr>
              <a:xfrm rot="9504000">
                <a:off x="6512092" y="44439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直接连接符 209"/>
              <p:cNvCxnSpPr/>
              <p:nvPr/>
            </p:nvCxnSpPr>
            <p:spPr>
              <a:xfrm rot="9720000">
                <a:off x="6445282" y="44679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/>
              <p:cNvCxnSpPr/>
              <p:nvPr/>
            </p:nvCxnSpPr>
            <p:spPr>
              <a:xfrm rot="9935999">
                <a:off x="6377094" y="448779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直接连接符 211"/>
              <p:cNvCxnSpPr/>
              <p:nvPr/>
            </p:nvCxnSpPr>
            <p:spPr>
              <a:xfrm rot="10151999">
                <a:off x="6307798" y="45032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接连接符 212"/>
              <p:cNvCxnSpPr/>
              <p:nvPr/>
            </p:nvCxnSpPr>
            <p:spPr>
              <a:xfrm rot="10367999">
                <a:off x="6237664" y="451438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接连接符 213"/>
              <p:cNvCxnSpPr/>
              <p:nvPr/>
            </p:nvCxnSpPr>
            <p:spPr>
              <a:xfrm rot="10584000">
                <a:off x="6166972" y="452107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直接连接符 214"/>
              <p:cNvCxnSpPr/>
              <p:nvPr/>
            </p:nvCxnSpPr>
            <p:spPr>
              <a:xfrm rot="10800000">
                <a:off x="6096000" y="45233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直接连接符 215"/>
              <p:cNvCxnSpPr/>
              <p:nvPr/>
            </p:nvCxnSpPr>
            <p:spPr>
              <a:xfrm rot="11016000">
                <a:off x="6025028" y="452107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直接连接符 216"/>
              <p:cNvCxnSpPr/>
              <p:nvPr/>
            </p:nvCxnSpPr>
            <p:spPr>
              <a:xfrm rot="11231999">
                <a:off x="5954336" y="451438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连接符 217"/>
              <p:cNvCxnSpPr/>
              <p:nvPr/>
            </p:nvCxnSpPr>
            <p:spPr>
              <a:xfrm rot="11447999">
                <a:off x="5884203" y="45032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直接连接符 218"/>
              <p:cNvCxnSpPr/>
              <p:nvPr/>
            </p:nvCxnSpPr>
            <p:spPr>
              <a:xfrm rot="11664000">
                <a:off x="5814906" y="448779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接连接符 219"/>
              <p:cNvCxnSpPr/>
              <p:nvPr/>
            </p:nvCxnSpPr>
            <p:spPr>
              <a:xfrm rot="11880000">
                <a:off x="5746718" y="44679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连接符 220"/>
              <p:cNvCxnSpPr/>
              <p:nvPr/>
            </p:nvCxnSpPr>
            <p:spPr>
              <a:xfrm rot="12096000">
                <a:off x="5679909" y="44439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直接连接符 221"/>
              <p:cNvCxnSpPr/>
              <p:nvPr/>
            </p:nvCxnSpPr>
            <p:spPr>
              <a:xfrm rot="12311999">
                <a:off x="5614742" y="44157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直接连接符 222"/>
              <p:cNvCxnSpPr/>
              <p:nvPr/>
            </p:nvCxnSpPr>
            <p:spPr>
              <a:xfrm rot="12527999">
                <a:off x="5551474" y="43834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直接连接符 223"/>
              <p:cNvCxnSpPr/>
              <p:nvPr/>
            </p:nvCxnSpPr>
            <p:spPr>
              <a:xfrm rot="12744000">
                <a:off x="5490355" y="43473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直接连接符 224"/>
              <p:cNvCxnSpPr/>
              <p:nvPr/>
            </p:nvCxnSpPr>
            <p:spPr>
              <a:xfrm rot="12960000">
                <a:off x="5431626" y="430743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直接连接符 225"/>
              <p:cNvCxnSpPr/>
              <p:nvPr/>
            </p:nvCxnSpPr>
            <p:spPr>
              <a:xfrm rot="13176000">
                <a:off x="5375520" y="42639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连接符 226"/>
              <p:cNvCxnSpPr/>
              <p:nvPr/>
            </p:nvCxnSpPr>
            <p:spPr>
              <a:xfrm rot="13391999">
                <a:off x="5322257" y="421695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直接连接符 227"/>
              <p:cNvCxnSpPr/>
              <p:nvPr/>
            </p:nvCxnSpPr>
            <p:spPr>
              <a:xfrm rot="13607999">
                <a:off x="5272047" y="41667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直接连接符 228"/>
              <p:cNvCxnSpPr/>
              <p:nvPr/>
            </p:nvCxnSpPr>
            <p:spPr>
              <a:xfrm rot="13824000">
                <a:off x="5225089" y="411348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直接连接符 229"/>
              <p:cNvCxnSpPr/>
              <p:nvPr/>
            </p:nvCxnSpPr>
            <p:spPr>
              <a:xfrm rot="14040000">
                <a:off x="5181568" y="40573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直接连接符 230"/>
              <p:cNvCxnSpPr/>
              <p:nvPr/>
            </p:nvCxnSpPr>
            <p:spPr>
              <a:xfrm rot="14256000">
                <a:off x="5141656" y="399864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直接连接符 231"/>
              <p:cNvCxnSpPr/>
              <p:nvPr/>
            </p:nvCxnSpPr>
            <p:spPr>
              <a:xfrm rot="14471999">
                <a:off x="5105511" y="39375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直接连接符 232"/>
              <p:cNvCxnSpPr/>
              <p:nvPr/>
            </p:nvCxnSpPr>
            <p:spPr>
              <a:xfrm rot="14687999">
                <a:off x="5073274" y="387425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直接连接符 233"/>
              <p:cNvCxnSpPr/>
              <p:nvPr/>
            </p:nvCxnSpPr>
            <p:spPr>
              <a:xfrm rot="14904000">
                <a:off x="5045074" y="380909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直接连接符 234"/>
              <p:cNvCxnSpPr/>
              <p:nvPr/>
            </p:nvCxnSpPr>
            <p:spPr>
              <a:xfrm rot="15120000">
                <a:off x="5021021" y="374228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直接连接符 235"/>
              <p:cNvCxnSpPr/>
              <p:nvPr/>
            </p:nvCxnSpPr>
            <p:spPr>
              <a:xfrm rot="15335999">
                <a:off x="5001211" y="367409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直接连接符 236"/>
              <p:cNvCxnSpPr/>
              <p:nvPr/>
            </p:nvCxnSpPr>
            <p:spPr>
              <a:xfrm rot="15551999">
                <a:off x="4985721" y="360479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直接连接符 237"/>
              <p:cNvCxnSpPr/>
              <p:nvPr/>
            </p:nvCxnSpPr>
            <p:spPr>
              <a:xfrm rot="15767999">
                <a:off x="4974613" y="353466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直接连接符 238"/>
              <p:cNvCxnSpPr/>
              <p:nvPr/>
            </p:nvCxnSpPr>
            <p:spPr>
              <a:xfrm rot="15984000">
                <a:off x="4967930" y="346397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25" name="矩形 324"/>
          <p:cNvSpPr/>
          <p:nvPr/>
        </p:nvSpPr>
        <p:spPr>
          <a:xfrm>
            <a:off x="5535930" y="1720215"/>
            <a:ext cx="470979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16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在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render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之前，组件初始化时只调用，以后组件更新不调用，整个生命周期只调用一次，此时可以修改state。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75" y="1174115"/>
            <a:ext cx="4469130" cy="54356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18310" y="3293261"/>
            <a:ext cx="40805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400" dirty="0">
                <a:solidFill>
                  <a:schemeClr val="bg1"/>
                </a:solidFill>
              </a:rPr>
              <a:t>componentWillReceiveProps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36565" y="3742690"/>
            <a:ext cx="470979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组件初始化时不调用，组件接受新的props时调用</a:t>
            </a:r>
            <a:endParaRPr sz="16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404405" y="4765893"/>
            <a:ext cx="918845" cy="918845"/>
            <a:chOff x="4929700" y="2262699"/>
            <a:chExt cx="2332600" cy="2332600"/>
          </a:xfrm>
        </p:grpSpPr>
        <p:sp>
          <p:nvSpPr>
            <p:cNvPr id="7" name="椭圆 6"/>
            <p:cNvSpPr/>
            <p:nvPr/>
          </p:nvSpPr>
          <p:spPr>
            <a:xfrm>
              <a:off x="5970000" y="3302999"/>
              <a:ext cx="252000" cy="25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弧形 7"/>
            <p:cNvSpPr/>
            <p:nvPr/>
          </p:nvSpPr>
          <p:spPr>
            <a:xfrm rot="13622244">
              <a:off x="5646000" y="2978999"/>
              <a:ext cx="900000" cy="900000"/>
            </a:xfrm>
            <a:prstGeom prst="arc">
              <a:avLst>
                <a:gd name="adj1" fmla="val 11529635"/>
                <a:gd name="adj2" fmla="val 8995229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弧形 10"/>
            <p:cNvSpPr/>
            <p:nvPr/>
          </p:nvSpPr>
          <p:spPr>
            <a:xfrm rot="1223532">
              <a:off x="5376000" y="2708999"/>
              <a:ext cx="1440000" cy="1440000"/>
            </a:xfrm>
            <a:prstGeom prst="arc">
              <a:avLst>
                <a:gd name="adj1" fmla="val 11529635"/>
                <a:gd name="adj2" fmla="val 8995229"/>
              </a:avLst>
            </a:prstGeom>
            <a:ln w="222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4929700" y="2262699"/>
              <a:ext cx="2332600" cy="2332600"/>
              <a:chOff x="4929700" y="2262700"/>
              <a:chExt cx="2332600" cy="2332600"/>
            </a:xfrm>
          </p:grpSpPr>
          <p:cxnSp>
            <p:nvCxnSpPr>
              <p:cNvPr id="17" name="直接连接符 16"/>
              <p:cNvCxnSpPr/>
              <p:nvPr/>
            </p:nvCxnSpPr>
            <p:spPr>
              <a:xfrm rot="-5400000">
                <a:off x="4965700" y="33930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rot="-5184000">
                <a:off x="4967930" y="332202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 rot="-4968000">
                <a:off x="4974613" y="325133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 rot="-4752000">
                <a:off x="4985721" y="318120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rot="-4536000">
                <a:off x="5001211" y="311190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rot="-4320000">
                <a:off x="5021021" y="304371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rot="-4104000">
                <a:off x="5045073" y="297690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rot="-3888000">
                <a:off x="5073274" y="291174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/>
              <p:cNvCxnSpPr/>
              <p:nvPr/>
            </p:nvCxnSpPr>
            <p:spPr>
              <a:xfrm rot="-3672000">
                <a:off x="5105510" y="28484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直接连接符 239"/>
              <p:cNvCxnSpPr/>
              <p:nvPr/>
            </p:nvCxnSpPr>
            <p:spPr>
              <a:xfrm rot="-3456000">
                <a:off x="5141656" y="278735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 252"/>
              <p:cNvCxnSpPr/>
              <p:nvPr/>
            </p:nvCxnSpPr>
            <p:spPr>
              <a:xfrm rot="-3240000">
                <a:off x="5181568" y="27286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接连接符 253"/>
              <p:cNvCxnSpPr/>
              <p:nvPr/>
            </p:nvCxnSpPr>
            <p:spPr>
              <a:xfrm rot="-3024000">
                <a:off x="5225089" y="267252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接连接符 254"/>
              <p:cNvCxnSpPr/>
              <p:nvPr/>
            </p:nvCxnSpPr>
            <p:spPr>
              <a:xfrm rot="-2808000">
                <a:off x="5272047" y="26192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/>
              <p:cNvCxnSpPr/>
              <p:nvPr/>
            </p:nvCxnSpPr>
            <p:spPr>
              <a:xfrm rot="-2592000">
                <a:off x="5322257" y="256904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直接连接符 256"/>
              <p:cNvCxnSpPr/>
              <p:nvPr/>
            </p:nvCxnSpPr>
            <p:spPr>
              <a:xfrm rot="-2376000">
                <a:off x="5375520" y="25220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直接连接符 257"/>
              <p:cNvCxnSpPr/>
              <p:nvPr/>
            </p:nvCxnSpPr>
            <p:spPr>
              <a:xfrm rot="-2160000">
                <a:off x="5431626" y="247856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直接连接符 258"/>
              <p:cNvCxnSpPr/>
              <p:nvPr/>
            </p:nvCxnSpPr>
            <p:spPr>
              <a:xfrm rot="-1944000">
                <a:off x="5490355" y="24386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直接连接符 259"/>
              <p:cNvCxnSpPr/>
              <p:nvPr/>
            </p:nvCxnSpPr>
            <p:spPr>
              <a:xfrm rot="-1728000">
                <a:off x="5551474" y="24025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直接连接符 260"/>
              <p:cNvCxnSpPr/>
              <p:nvPr/>
            </p:nvCxnSpPr>
            <p:spPr>
              <a:xfrm rot="-1512000">
                <a:off x="5614742" y="23702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直接连接符 261"/>
              <p:cNvCxnSpPr/>
              <p:nvPr/>
            </p:nvCxnSpPr>
            <p:spPr>
              <a:xfrm rot="-1296000">
                <a:off x="5679909" y="23420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直接连接符 262"/>
              <p:cNvCxnSpPr/>
              <p:nvPr/>
            </p:nvCxnSpPr>
            <p:spPr>
              <a:xfrm rot="-1080000">
                <a:off x="5746718" y="23180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直接连接符 263"/>
              <p:cNvCxnSpPr/>
              <p:nvPr/>
            </p:nvCxnSpPr>
            <p:spPr>
              <a:xfrm rot="-864000">
                <a:off x="5814906" y="229821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直接连接符 264"/>
              <p:cNvCxnSpPr/>
              <p:nvPr/>
            </p:nvCxnSpPr>
            <p:spPr>
              <a:xfrm rot="-648000">
                <a:off x="5884203" y="22827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直接连接符 265"/>
              <p:cNvCxnSpPr/>
              <p:nvPr/>
            </p:nvCxnSpPr>
            <p:spPr>
              <a:xfrm rot="-432000">
                <a:off x="5954336" y="227161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直接连接符 275"/>
              <p:cNvCxnSpPr/>
              <p:nvPr/>
            </p:nvCxnSpPr>
            <p:spPr>
              <a:xfrm rot="-216000">
                <a:off x="6025028" y="226493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直接连接符 276"/>
              <p:cNvCxnSpPr/>
              <p:nvPr/>
            </p:nvCxnSpPr>
            <p:spPr>
              <a:xfrm>
                <a:off x="6096000" y="22627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直接连接符 277"/>
              <p:cNvCxnSpPr/>
              <p:nvPr/>
            </p:nvCxnSpPr>
            <p:spPr>
              <a:xfrm rot="216000">
                <a:off x="6166972" y="226493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直接连接符 278"/>
              <p:cNvCxnSpPr/>
              <p:nvPr/>
            </p:nvCxnSpPr>
            <p:spPr>
              <a:xfrm rot="432000">
                <a:off x="6237664" y="227161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直接连接符 279"/>
              <p:cNvCxnSpPr/>
              <p:nvPr/>
            </p:nvCxnSpPr>
            <p:spPr>
              <a:xfrm rot="648000">
                <a:off x="6307797" y="22827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直接连接符 280"/>
              <p:cNvCxnSpPr/>
              <p:nvPr/>
            </p:nvCxnSpPr>
            <p:spPr>
              <a:xfrm rot="864000">
                <a:off x="6377094" y="229821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直接连接符 283"/>
              <p:cNvCxnSpPr/>
              <p:nvPr/>
            </p:nvCxnSpPr>
            <p:spPr>
              <a:xfrm rot="1080000">
                <a:off x="6445282" y="231802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直接连接符 284"/>
              <p:cNvCxnSpPr/>
              <p:nvPr/>
            </p:nvCxnSpPr>
            <p:spPr>
              <a:xfrm rot="1296000">
                <a:off x="6512091" y="23420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直接连接符 285"/>
              <p:cNvCxnSpPr/>
              <p:nvPr/>
            </p:nvCxnSpPr>
            <p:spPr>
              <a:xfrm rot="1512000">
                <a:off x="6577258" y="23702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直接连接符 287"/>
              <p:cNvCxnSpPr/>
              <p:nvPr/>
            </p:nvCxnSpPr>
            <p:spPr>
              <a:xfrm rot="1728000">
                <a:off x="6640526" y="24025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直接连接符 288"/>
              <p:cNvCxnSpPr/>
              <p:nvPr/>
            </p:nvCxnSpPr>
            <p:spPr>
              <a:xfrm rot="1944000">
                <a:off x="6701645" y="24386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直接连接符 290"/>
              <p:cNvCxnSpPr/>
              <p:nvPr/>
            </p:nvCxnSpPr>
            <p:spPr>
              <a:xfrm rot="2160000">
                <a:off x="6760373" y="247856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直接连接符 291"/>
              <p:cNvCxnSpPr/>
              <p:nvPr/>
            </p:nvCxnSpPr>
            <p:spPr>
              <a:xfrm rot="2375999">
                <a:off x="6816480" y="25220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直接连接符 293"/>
              <p:cNvCxnSpPr/>
              <p:nvPr/>
            </p:nvCxnSpPr>
            <p:spPr>
              <a:xfrm rot="2592000">
                <a:off x="6869743" y="256904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直接连接符 294"/>
              <p:cNvCxnSpPr/>
              <p:nvPr/>
            </p:nvCxnSpPr>
            <p:spPr>
              <a:xfrm rot="2808000">
                <a:off x="6919954" y="261925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直接连接符 296"/>
              <p:cNvCxnSpPr/>
              <p:nvPr/>
            </p:nvCxnSpPr>
            <p:spPr>
              <a:xfrm rot="3024000">
                <a:off x="6966911" y="267252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直接连接符 297"/>
              <p:cNvCxnSpPr/>
              <p:nvPr/>
            </p:nvCxnSpPr>
            <p:spPr>
              <a:xfrm rot="3240000">
                <a:off x="7010432" y="27286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直接连接符 299"/>
              <p:cNvCxnSpPr/>
              <p:nvPr/>
            </p:nvCxnSpPr>
            <p:spPr>
              <a:xfrm rot="3455999">
                <a:off x="7050344" y="278735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直接连接符 300"/>
              <p:cNvCxnSpPr/>
              <p:nvPr/>
            </p:nvCxnSpPr>
            <p:spPr>
              <a:xfrm rot="3672000">
                <a:off x="7086489" y="28484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直接连接符 302"/>
              <p:cNvCxnSpPr/>
              <p:nvPr/>
            </p:nvCxnSpPr>
            <p:spPr>
              <a:xfrm rot="3888000">
                <a:off x="7118726" y="291174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直接连接符 303"/>
              <p:cNvCxnSpPr/>
              <p:nvPr/>
            </p:nvCxnSpPr>
            <p:spPr>
              <a:xfrm rot="4104000">
                <a:off x="7146927" y="297690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直接连接符 305"/>
              <p:cNvCxnSpPr/>
              <p:nvPr/>
            </p:nvCxnSpPr>
            <p:spPr>
              <a:xfrm rot="4320000">
                <a:off x="7170979" y="304371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直接连接符 306"/>
              <p:cNvCxnSpPr/>
              <p:nvPr/>
            </p:nvCxnSpPr>
            <p:spPr>
              <a:xfrm rot="4535999">
                <a:off x="7190790" y="311190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直接连接符 308"/>
              <p:cNvCxnSpPr/>
              <p:nvPr/>
            </p:nvCxnSpPr>
            <p:spPr>
              <a:xfrm rot="4752000">
                <a:off x="7206280" y="318120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直接连接符 309"/>
              <p:cNvCxnSpPr/>
              <p:nvPr/>
            </p:nvCxnSpPr>
            <p:spPr>
              <a:xfrm rot="4967999">
                <a:off x="7217387" y="325133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直接连接符 311"/>
              <p:cNvCxnSpPr/>
              <p:nvPr/>
            </p:nvCxnSpPr>
            <p:spPr>
              <a:xfrm rot="5184000">
                <a:off x="7224070" y="332202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直接连接符 312"/>
              <p:cNvCxnSpPr/>
              <p:nvPr/>
            </p:nvCxnSpPr>
            <p:spPr>
              <a:xfrm rot="5400000">
                <a:off x="7226300" y="33930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直接连接符 314"/>
              <p:cNvCxnSpPr/>
              <p:nvPr/>
            </p:nvCxnSpPr>
            <p:spPr>
              <a:xfrm rot="5615999">
                <a:off x="7224070" y="346397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直接连接符 317"/>
              <p:cNvCxnSpPr/>
              <p:nvPr/>
            </p:nvCxnSpPr>
            <p:spPr>
              <a:xfrm rot="5832000">
                <a:off x="7217387" y="353466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直接连接符 321"/>
              <p:cNvCxnSpPr/>
              <p:nvPr/>
            </p:nvCxnSpPr>
            <p:spPr>
              <a:xfrm rot="6047999">
                <a:off x="7206280" y="360479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直接连接符 325"/>
              <p:cNvCxnSpPr/>
              <p:nvPr/>
            </p:nvCxnSpPr>
            <p:spPr>
              <a:xfrm rot="6264000">
                <a:off x="7190790" y="367409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直接连接符 326"/>
              <p:cNvCxnSpPr/>
              <p:nvPr/>
            </p:nvCxnSpPr>
            <p:spPr>
              <a:xfrm rot="6480000">
                <a:off x="7170979" y="374228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直接连接符 327"/>
              <p:cNvCxnSpPr/>
              <p:nvPr/>
            </p:nvCxnSpPr>
            <p:spPr>
              <a:xfrm rot="6695999">
                <a:off x="7146927" y="380909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直接连接符 328"/>
              <p:cNvCxnSpPr/>
              <p:nvPr/>
            </p:nvCxnSpPr>
            <p:spPr>
              <a:xfrm rot="6912000">
                <a:off x="7118726" y="387425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直接连接符 329"/>
              <p:cNvCxnSpPr/>
              <p:nvPr/>
            </p:nvCxnSpPr>
            <p:spPr>
              <a:xfrm rot="7127999">
                <a:off x="7086490" y="39375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直接连接符 330"/>
              <p:cNvCxnSpPr/>
              <p:nvPr/>
            </p:nvCxnSpPr>
            <p:spPr>
              <a:xfrm rot="7344000">
                <a:off x="7050344" y="399864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直接连接符 331"/>
              <p:cNvCxnSpPr/>
              <p:nvPr/>
            </p:nvCxnSpPr>
            <p:spPr>
              <a:xfrm rot="7560000">
                <a:off x="7010432" y="40573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直接连接符 332"/>
              <p:cNvCxnSpPr/>
              <p:nvPr/>
            </p:nvCxnSpPr>
            <p:spPr>
              <a:xfrm rot="7775999">
                <a:off x="6966911" y="411348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直接连接符 333"/>
              <p:cNvCxnSpPr/>
              <p:nvPr/>
            </p:nvCxnSpPr>
            <p:spPr>
              <a:xfrm rot="7992000">
                <a:off x="6919954" y="41667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直接连接符 334"/>
              <p:cNvCxnSpPr/>
              <p:nvPr/>
            </p:nvCxnSpPr>
            <p:spPr>
              <a:xfrm rot="8207999">
                <a:off x="6869743" y="421695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直接连接符 335"/>
              <p:cNvCxnSpPr/>
              <p:nvPr/>
            </p:nvCxnSpPr>
            <p:spPr>
              <a:xfrm rot="8424000">
                <a:off x="6816480" y="42639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直接连接符 336"/>
              <p:cNvCxnSpPr/>
              <p:nvPr/>
            </p:nvCxnSpPr>
            <p:spPr>
              <a:xfrm rot="8640000">
                <a:off x="6760373" y="430743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直接连接符 337"/>
              <p:cNvCxnSpPr/>
              <p:nvPr/>
            </p:nvCxnSpPr>
            <p:spPr>
              <a:xfrm rot="8855999">
                <a:off x="6701645" y="43473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直接连接符 338"/>
              <p:cNvCxnSpPr/>
              <p:nvPr/>
            </p:nvCxnSpPr>
            <p:spPr>
              <a:xfrm rot="9072000">
                <a:off x="6640526" y="43834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直接连接符 339"/>
              <p:cNvCxnSpPr/>
              <p:nvPr/>
            </p:nvCxnSpPr>
            <p:spPr>
              <a:xfrm rot="9287999">
                <a:off x="6577258" y="44157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直接连接符 340"/>
              <p:cNvCxnSpPr/>
              <p:nvPr/>
            </p:nvCxnSpPr>
            <p:spPr>
              <a:xfrm rot="9504000">
                <a:off x="6512092" y="44439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直接连接符 341"/>
              <p:cNvCxnSpPr/>
              <p:nvPr/>
            </p:nvCxnSpPr>
            <p:spPr>
              <a:xfrm rot="9720000">
                <a:off x="6445282" y="44679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直接连接符 342"/>
              <p:cNvCxnSpPr/>
              <p:nvPr/>
            </p:nvCxnSpPr>
            <p:spPr>
              <a:xfrm rot="9935999">
                <a:off x="6377094" y="448779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直接连接符 343"/>
              <p:cNvCxnSpPr/>
              <p:nvPr/>
            </p:nvCxnSpPr>
            <p:spPr>
              <a:xfrm rot="10151999">
                <a:off x="6307798" y="45032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直接连接符 344"/>
              <p:cNvCxnSpPr/>
              <p:nvPr/>
            </p:nvCxnSpPr>
            <p:spPr>
              <a:xfrm rot="10367999">
                <a:off x="6237664" y="451438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直接连接符 345"/>
              <p:cNvCxnSpPr/>
              <p:nvPr/>
            </p:nvCxnSpPr>
            <p:spPr>
              <a:xfrm rot="10584000">
                <a:off x="6166972" y="452107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直接连接符 346"/>
              <p:cNvCxnSpPr/>
              <p:nvPr/>
            </p:nvCxnSpPr>
            <p:spPr>
              <a:xfrm rot="10800000">
                <a:off x="6096000" y="452330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直接连接符 347"/>
              <p:cNvCxnSpPr/>
              <p:nvPr/>
            </p:nvCxnSpPr>
            <p:spPr>
              <a:xfrm rot="11016000">
                <a:off x="6025028" y="452107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直接连接符 348"/>
              <p:cNvCxnSpPr/>
              <p:nvPr/>
            </p:nvCxnSpPr>
            <p:spPr>
              <a:xfrm rot="11231999">
                <a:off x="5954336" y="451438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直接连接符 349"/>
              <p:cNvCxnSpPr/>
              <p:nvPr/>
            </p:nvCxnSpPr>
            <p:spPr>
              <a:xfrm rot="11447999">
                <a:off x="5884203" y="45032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直接连接符 350"/>
              <p:cNvCxnSpPr/>
              <p:nvPr/>
            </p:nvCxnSpPr>
            <p:spPr>
              <a:xfrm rot="11664000">
                <a:off x="5814906" y="448779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直接连接符 351"/>
              <p:cNvCxnSpPr/>
              <p:nvPr/>
            </p:nvCxnSpPr>
            <p:spPr>
              <a:xfrm rot="11880000">
                <a:off x="5746718" y="446797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直接连接符 352"/>
              <p:cNvCxnSpPr/>
              <p:nvPr/>
            </p:nvCxnSpPr>
            <p:spPr>
              <a:xfrm rot="12096000">
                <a:off x="5679909" y="44439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直接连接符 353"/>
              <p:cNvCxnSpPr/>
              <p:nvPr/>
            </p:nvCxnSpPr>
            <p:spPr>
              <a:xfrm rot="12311999">
                <a:off x="5614742" y="44157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直接连接符 354"/>
              <p:cNvCxnSpPr/>
              <p:nvPr/>
            </p:nvCxnSpPr>
            <p:spPr>
              <a:xfrm rot="12527999">
                <a:off x="5551474" y="4383489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直接连接符 355"/>
              <p:cNvCxnSpPr/>
              <p:nvPr/>
            </p:nvCxnSpPr>
            <p:spPr>
              <a:xfrm rot="12744000">
                <a:off x="5490355" y="43473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直接连接符 356"/>
              <p:cNvCxnSpPr/>
              <p:nvPr/>
            </p:nvCxnSpPr>
            <p:spPr>
              <a:xfrm rot="12960000">
                <a:off x="5431626" y="430743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直接连接符 357"/>
              <p:cNvCxnSpPr/>
              <p:nvPr/>
            </p:nvCxnSpPr>
            <p:spPr>
              <a:xfrm rot="13176000">
                <a:off x="5375520" y="426391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直接连接符 358"/>
              <p:cNvCxnSpPr/>
              <p:nvPr/>
            </p:nvCxnSpPr>
            <p:spPr>
              <a:xfrm rot="13391999">
                <a:off x="5322257" y="4216953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直接连接符 359"/>
              <p:cNvCxnSpPr/>
              <p:nvPr/>
            </p:nvCxnSpPr>
            <p:spPr>
              <a:xfrm rot="13607999">
                <a:off x="5272047" y="416674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直接连接符 360"/>
              <p:cNvCxnSpPr/>
              <p:nvPr/>
            </p:nvCxnSpPr>
            <p:spPr>
              <a:xfrm rot="13824000">
                <a:off x="5225089" y="4113480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直接连接符 361"/>
              <p:cNvCxnSpPr/>
              <p:nvPr/>
            </p:nvCxnSpPr>
            <p:spPr>
              <a:xfrm rot="14040000">
                <a:off x="5181568" y="405737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直接连接符 362"/>
              <p:cNvCxnSpPr/>
              <p:nvPr/>
            </p:nvCxnSpPr>
            <p:spPr>
              <a:xfrm rot="14256000">
                <a:off x="5141656" y="399864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直接连接符 363"/>
              <p:cNvCxnSpPr/>
              <p:nvPr/>
            </p:nvCxnSpPr>
            <p:spPr>
              <a:xfrm rot="14471999">
                <a:off x="5105511" y="3937526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直接连接符 364"/>
              <p:cNvCxnSpPr/>
              <p:nvPr/>
            </p:nvCxnSpPr>
            <p:spPr>
              <a:xfrm rot="14687999">
                <a:off x="5073274" y="3874258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直接连接符 365"/>
              <p:cNvCxnSpPr/>
              <p:nvPr/>
            </p:nvCxnSpPr>
            <p:spPr>
              <a:xfrm rot="14904000">
                <a:off x="5045074" y="3809091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直接连接符 366"/>
              <p:cNvCxnSpPr/>
              <p:nvPr/>
            </p:nvCxnSpPr>
            <p:spPr>
              <a:xfrm rot="15120000">
                <a:off x="5021021" y="374228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直接连接符 367"/>
              <p:cNvCxnSpPr/>
              <p:nvPr/>
            </p:nvCxnSpPr>
            <p:spPr>
              <a:xfrm rot="15335999">
                <a:off x="5001211" y="3674095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直接连接符 368"/>
              <p:cNvCxnSpPr/>
              <p:nvPr/>
            </p:nvCxnSpPr>
            <p:spPr>
              <a:xfrm rot="15551999">
                <a:off x="4985721" y="3604797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直接连接符 369"/>
              <p:cNvCxnSpPr/>
              <p:nvPr/>
            </p:nvCxnSpPr>
            <p:spPr>
              <a:xfrm rot="15767999">
                <a:off x="4974613" y="3534664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直接连接符 370"/>
              <p:cNvCxnSpPr/>
              <p:nvPr/>
            </p:nvCxnSpPr>
            <p:spPr>
              <a:xfrm rot="15984000">
                <a:off x="4967930" y="3463972"/>
                <a:ext cx="0" cy="72000"/>
              </a:xfrm>
              <a:prstGeom prst="line">
                <a:avLst/>
              </a:prstGeom>
              <a:ln w="222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72" name="文本框 371"/>
          <p:cNvSpPr txBox="1"/>
          <p:nvPr/>
        </p:nvSpPr>
        <p:spPr>
          <a:xfrm>
            <a:off x="6018310" y="4831231"/>
            <a:ext cx="341947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400" dirty="0">
                <a:solidFill>
                  <a:schemeClr val="bg1"/>
                </a:solidFill>
              </a:rPr>
              <a:t>componentWillUnmount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73" name="矩形 372"/>
          <p:cNvSpPr/>
          <p:nvPr/>
        </p:nvSpPr>
        <p:spPr>
          <a:xfrm>
            <a:off x="6885940" y="5279390"/>
            <a:ext cx="321310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组件将要卸载时调用</a:t>
            </a:r>
            <a:endParaRPr sz="16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弧形 9"/>
          <p:cNvSpPr/>
          <p:nvPr/>
        </p:nvSpPr>
        <p:spPr>
          <a:xfrm rot="12761059">
            <a:off x="332806" y="244897"/>
            <a:ext cx="720000" cy="72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/>
          <p:cNvSpPr/>
          <p:nvPr/>
        </p:nvSpPr>
        <p:spPr>
          <a:xfrm>
            <a:off x="242806" y="154897"/>
            <a:ext cx="900000" cy="90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72847" y="312510"/>
            <a:ext cx="635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03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800000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1320799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672059" y="31251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页面结构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6765" y="1158240"/>
            <a:ext cx="463740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import React, {Component} from 'react'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import {Toast, Modal} from 'antd-mobile-rn'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import {Route} from 'react-router';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import {connect} from 'react-redux'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import {push} from 'react-router-redux';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import Layer, {LayerRouter} from '../../../components/Layer'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import SubNavBar from '../../../components/SubNavBar'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import {getAreaListAsync, setCurrentArea} from '../../actions'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import ApiClient from '../../../utils/apiClient'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import {getDic} from '../../../actions/actionCreators'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import {View, Image, RefreshControl} from 'react-native';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import {scaleSize} from '../../../utils/screenUtil'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import AddShop from '../shops/Newstoreinfo';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import Theme from '../../../theme'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const styles = StyleSheet.create({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deleteButton: {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display: 'flex', 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flexDirection: 'row', 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alignItems: 'center', 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justifyContent: 'center', 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height: scaleSize(72), 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},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deleteButtonText: {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color: Theme.color_app_theme_red,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fontSize: scaleSize(28)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},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})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0" y="1158240"/>
            <a:ext cx="4637405" cy="5815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class ShopList extends Component {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constructor(props) {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super(props);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this.state = {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    shopList: [],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};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}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componentDidMount() {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let ps = (</a:t>
            </a:r>
            <a:r>
              <a:rPr lang="en-US" altLang="zh-CN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(</a:t>
            </a:r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this.props.location </a:t>
            </a:r>
            <a:r>
              <a:rPr lang="en-US" altLang="zh-CN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| {})</a:t>
            </a:r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.state)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if (ps) {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    this.setState({project: ps}, () =&gt; {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        this.search</a:t>
            </a:r>
            <a:r>
              <a:rPr lang="en-US" altLang="zh-CN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List</a:t>
            </a:r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(true)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    });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}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}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</a:t>
            </a:r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componentWillReceiveProps(newProps) {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</a:t>
            </a:r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if (</a:t>
            </a:r>
            <a:r>
              <a:rPr lang="en-US" altLang="zh-CN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newProps.project</a:t>
            </a:r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) {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    </a:t>
            </a:r>
            <a:r>
              <a:rPr lang="en-US" altLang="zh-CN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do something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}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</a:t>
            </a:r>
            <a:r>
              <a:rPr lang="en-US" altLang="zh-CN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if (newProps.init !== this.props.init) {</a:t>
            </a:r>
            <a:endParaRPr lang="en-US" altLang="zh-CN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lang="en-US" altLang="zh-CN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    do something</a:t>
            </a:r>
            <a:endParaRPr lang="en-US" altLang="zh-CN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lang="en-US" altLang="zh-CN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}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}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componentWillUnmount = () =&gt; {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</a:t>
            </a:r>
            <a:r>
              <a:rPr 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do something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}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弧形 9"/>
          <p:cNvSpPr/>
          <p:nvPr/>
        </p:nvSpPr>
        <p:spPr>
          <a:xfrm rot="12761059">
            <a:off x="332806" y="244897"/>
            <a:ext cx="720000" cy="72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/>
          <p:cNvSpPr/>
          <p:nvPr/>
        </p:nvSpPr>
        <p:spPr>
          <a:xfrm>
            <a:off x="242806" y="154897"/>
            <a:ext cx="900000" cy="90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72847" y="312510"/>
            <a:ext cx="635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03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800000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1320799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672059" y="31251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页面结构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6765" y="1158240"/>
            <a:ext cx="4637405" cy="5446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search</a:t>
            </a:r>
            <a:r>
              <a:rPr lang="en-US" altLang="zh-CN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List </a:t>
            </a:r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= async(reset) =&gt; {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await this.setState({loading: true});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let url = this.props.config.api;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url = `${url}/api/Shops/search`;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try{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let res = await ApiClient.post(url, condition)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    await this.setState({loading: false});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    if (res &amp;&amp; res.data &amp;&amp; res.data.code === '0') {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        this.totalCount = res.data.totalCount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        let </a:t>
            </a:r>
            <a:r>
              <a:rPr lang="en-US" altLang="zh-CN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list</a:t>
            </a:r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= res.data.extension || []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        this.setState({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            shopList: shopList.concat(</a:t>
            </a:r>
            <a:r>
              <a:rPr lang="en-US" altLang="zh-CN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list</a:t>
            </a:r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)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        })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    }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}catch(e){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    await this.setState({loading: false});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    Toast.info(e.message)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}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}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render() {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const {loading, shopList} = this.state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return (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    &lt;Layer&gt;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        &lt;SubNavBar 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            title={`草稿箱`}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                &gt;</a:t>
            </a:r>
            <a:endParaRPr lang="zh-CN" altLang="en-US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en-US" altLang="zh-CN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	        &lt;View&gt;&lt;Text&gt;</a:t>
            </a:r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小伙伴大家好</a:t>
            </a:r>
            <a:r>
              <a:rPr lang="en-US" altLang="zh-CN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&lt;/Text&gt;&lt;/View&gt;</a:t>
            </a:r>
            <a:endParaRPr lang="en-US" altLang="zh-CN"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08420" y="1158240"/>
            <a:ext cx="463740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&lt;LayerRouter&gt;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&lt;Route path='addShop' render={(r) =&gt; </a:t>
            </a:r>
            <a:r>
              <a:rPr 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&lt;</a:t>
            </a:r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AddShop/&gt;}                </a:t>
            </a:r>
            <a:r>
              <a:rPr 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	</a:t>
            </a:r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/&gt;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&lt;/LayerRouter&gt;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&lt;/Layer &gt;)}}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const mapStateToProps = (state, props) =&gt; {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return {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loadingArea: (state.search||{}).loadingArea,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config: state.config,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dic: state.dic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}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}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const mapDispatchToProps = (dispatch) =&gt; {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return {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dispatch,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    getDic: (...args) =&gt; dispatch(getDic(...args))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    }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}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r>
              <a:rPr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export default connect(mapStateToProps, mapDispatchToProps)(ShopList);</a:t>
            </a:r>
            <a:endParaRPr sz="12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弧形 9"/>
          <p:cNvSpPr/>
          <p:nvPr/>
        </p:nvSpPr>
        <p:spPr>
          <a:xfrm rot="12761059">
            <a:off x="332806" y="244897"/>
            <a:ext cx="720000" cy="72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/>
          <p:cNvSpPr/>
          <p:nvPr/>
        </p:nvSpPr>
        <p:spPr>
          <a:xfrm>
            <a:off x="242806" y="154897"/>
            <a:ext cx="900000" cy="90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72847" y="312510"/>
            <a:ext cx="635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04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800000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1320799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761594" y="31251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效果展示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46" name="任意多边形: 形状 45"/>
          <p:cNvSpPr/>
          <p:nvPr/>
        </p:nvSpPr>
        <p:spPr>
          <a:xfrm rot="10800000">
            <a:off x="1320799" y="1277492"/>
            <a:ext cx="9720000" cy="1080000"/>
          </a:xfrm>
          <a:custGeom>
            <a:avLst/>
            <a:gdLst>
              <a:gd name="connsiteX0" fmla="*/ 4917287 w 9834574"/>
              <a:gd name="connsiteY0" fmla="*/ 0 h 1664922"/>
              <a:gd name="connsiteX1" fmla="*/ 9763646 w 9834574"/>
              <a:gd name="connsiteY1" fmla="*/ 1609184 h 1664922"/>
              <a:gd name="connsiteX2" fmla="*/ 9834574 w 9834574"/>
              <a:gd name="connsiteY2" fmla="*/ 1664922 h 1664922"/>
              <a:gd name="connsiteX3" fmla="*/ 0 w 9834574"/>
              <a:gd name="connsiteY3" fmla="*/ 1664922 h 1664922"/>
              <a:gd name="connsiteX4" fmla="*/ 70928 w 9834574"/>
              <a:gd name="connsiteY4" fmla="*/ 1609184 h 1664922"/>
              <a:gd name="connsiteX5" fmla="*/ 4917287 w 9834574"/>
              <a:gd name="connsiteY5" fmla="*/ 0 h 166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34574" h="1664922">
                <a:moveTo>
                  <a:pt x="4917287" y="0"/>
                </a:moveTo>
                <a:cubicBezTo>
                  <a:pt x="6734649" y="0"/>
                  <a:pt x="8412221" y="598514"/>
                  <a:pt x="9763646" y="1609184"/>
                </a:cubicBezTo>
                <a:lnTo>
                  <a:pt x="9834574" y="1664922"/>
                </a:lnTo>
                <a:lnTo>
                  <a:pt x="0" y="1664922"/>
                </a:lnTo>
                <a:lnTo>
                  <a:pt x="70928" y="1609184"/>
                </a:lnTo>
                <a:cubicBezTo>
                  <a:pt x="1422354" y="598514"/>
                  <a:pt x="3099926" y="0"/>
                  <a:pt x="4917287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0">
                <a:schemeClr val="bg1">
                  <a:alpha val="35000"/>
                </a:schemeClr>
              </a:gs>
              <a:gs pos="50000">
                <a:schemeClr val="bg1">
                  <a:alpha val="20000"/>
                </a:schemeClr>
              </a:gs>
              <a:gs pos="100000">
                <a:schemeClr val="bg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555" y="1311275"/>
            <a:ext cx="2682875" cy="52133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845" y="1277620"/>
            <a:ext cx="2533015" cy="52806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弧形 9"/>
          <p:cNvSpPr/>
          <p:nvPr/>
        </p:nvSpPr>
        <p:spPr>
          <a:xfrm rot="12761059">
            <a:off x="332806" y="244897"/>
            <a:ext cx="720000" cy="720000"/>
          </a:xfrm>
          <a:prstGeom prst="arc">
            <a:avLst>
              <a:gd name="adj1" fmla="val 10041562"/>
              <a:gd name="adj2" fmla="val 4991775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11"/>
          <p:cNvSpPr/>
          <p:nvPr/>
        </p:nvSpPr>
        <p:spPr>
          <a:xfrm>
            <a:off x="242806" y="154897"/>
            <a:ext cx="900000" cy="900000"/>
          </a:xfrm>
          <a:prstGeom prst="arc">
            <a:avLst>
              <a:gd name="adj1" fmla="val 13850929"/>
              <a:gd name="adj2" fmla="val 9227799"/>
            </a:avLst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72847" y="312510"/>
            <a:ext cx="6350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05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4800000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1320799" y="582617"/>
            <a:ext cx="1296000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20000"/>
                  </a:schemeClr>
                </a:gs>
                <a:gs pos="34000">
                  <a:schemeClr val="bg1">
                    <a:alpha val="50000"/>
                  </a:schemeClr>
                </a:gs>
                <a:gs pos="72000">
                  <a:schemeClr val="bg1">
                    <a:alpha val="80000"/>
                  </a:schemeClr>
                </a:gs>
                <a:gs pos="100000">
                  <a:schemeClr val="bg1">
                    <a:lumMod val="0"/>
                    <a:lumOff val="100000"/>
                  </a:schemeClr>
                </a:gs>
              </a:gsLst>
              <a:lin ang="0" scaled="1"/>
              <a:tileRect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761594" y="31251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学习推荐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46" name="任意多边形: 形状 45"/>
          <p:cNvSpPr/>
          <p:nvPr/>
        </p:nvSpPr>
        <p:spPr>
          <a:xfrm rot="10800000">
            <a:off x="1320799" y="1277492"/>
            <a:ext cx="9720000" cy="1080000"/>
          </a:xfrm>
          <a:custGeom>
            <a:avLst/>
            <a:gdLst>
              <a:gd name="connsiteX0" fmla="*/ 4917287 w 9834574"/>
              <a:gd name="connsiteY0" fmla="*/ 0 h 1664922"/>
              <a:gd name="connsiteX1" fmla="*/ 9763646 w 9834574"/>
              <a:gd name="connsiteY1" fmla="*/ 1609184 h 1664922"/>
              <a:gd name="connsiteX2" fmla="*/ 9834574 w 9834574"/>
              <a:gd name="connsiteY2" fmla="*/ 1664922 h 1664922"/>
              <a:gd name="connsiteX3" fmla="*/ 0 w 9834574"/>
              <a:gd name="connsiteY3" fmla="*/ 1664922 h 1664922"/>
              <a:gd name="connsiteX4" fmla="*/ 70928 w 9834574"/>
              <a:gd name="connsiteY4" fmla="*/ 1609184 h 1664922"/>
              <a:gd name="connsiteX5" fmla="*/ 4917287 w 9834574"/>
              <a:gd name="connsiteY5" fmla="*/ 0 h 166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34574" h="1664922">
                <a:moveTo>
                  <a:pt x="4917287" y="0"/>
                </a:moveTo>
                <a:cubicBezTo>
                  <a:pt x="6734649" y="0"/>
                  <a:pt x="8412221" y="598514"/>
                  <a:pt x="9763646" y="1609184"/>
                </a:cubicBezTo>
                <a:lnTo>
                  <a:pt x="9834574" y="1664922"/>
                </a:lnTo>
                <a:lnTo>
                  <a:pt x="0" y="1664922"/>
                </a:lnTo>
                <a:lnTo>
                  <a:pt x="70928" y="1609184"/>
                </a:lnTo>
                <a:cubicBezTo>
                  <a:pt x="1422354" y="598514"/>
                  <a:pt x="3099926" y="0"/>
                  <a:pt x="4917287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0">
                <a:schemeClr val="bg1">
                  <a:alpha val="35000"/>
                </a:schemeClr>
              </a:gs>
              <a:gs pos="50000">
                <a:schemeClr val="bg1">
                  <a:alpha val="20000"/>
                </a:schemeClr>
              </a:gs>
              <a:gs pos="100000">
                <a:schemeClr val="bg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133600" y="2783205"/>
            <a:ext cx="78581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https://github.com/crazycodeboy/react-native-awesome/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33600" y="3421380"/>
            <a:ext cx="78587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https://github.com/jondot/awesome-react-native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33600" y="4082415"/>
            <a:ext cx="755205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400">
                <a:solidFill>
                  <a:schemeClr val="bg1"/>
                </a:solidFill>
                <a:sym typeface="+mn-ea"/>
              </a:rPr>
              <a:t>https://github.com/MarnoDev/react-native-open-project</a:t>
            </a:r>
            <a:endParaRPr lang="zh-CN" altLang="en-US" sz="240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/>
        </p:nvSpPr>
        <p:spPr>
          <a:xfrm>
            <a:off x="2506080" y="2555613"/>
            <a:ext cx="7179840" cy="1298191"/>
          </a:xfrm>
          <a:custGeom>
            <a:avLst/>
            <a:gdLst/>
            <a:ahLst/>
            <a:cxnLst/>
            <a:rect l="l" t="t" r="r" b="b"/>
            <a:pathLst>
              <a:path w="7179840" h="1298191">
                <a:moveTo>
                  <a:pt x="2915543" y="314065"/>
                </a:moveTo>
                <a:lnTo>
                  <a:pt x="2746102" y="779599"/>
                </a:lnTo>
                <a:lnTo>
                  <a:pt x="3088407" y="779599"/>
                </a:lnTo>
                <a:close/>
                <a:moveTo>
                  <a:pt x="4960553" y="21394"/>
                </a:moveTo>
                <a:lnTo>
                  <a:pt x="5213858" y="21394"/>
                </a:lnTo>
                <a:lnTo>
                  <a:pt x="5213858" y="578495"/>
                </a:lnTo>
                <a:lnTo>
                  <a:pt x="5725604" y="21394"/>
                </a:lnTo>
                <a:lnTo>
                  <a:pt x="6066196" y="21394"/>
                </a:lnTo>
                <a:lnTo>
                  <a:pt x="5593816" y="510034"/>
                </a:lnTo>
                <a:lnTo>
                  <a:pt x="6091870" y="1275941"/>
                </a:lnTo>
                <a:lnTo>
                  <a:pt x="5764113" y="1275941"/>
                </a:lnTo>
                <a:lnTo>
                  <a:pt x="5419241" y="687177"/>
                </a:lnTo>
                <a:lnTo>
                  <a:pt x="5213858" y="896839"/>
                </a:lnTo>
                <a:lnTo>
                  <a:pt x="5213858" y="1275941"/>
                </a:lnTo>
                <a:lnTo>
                  <a:pt x="4960553" y="1275941"/>
                </a:lnTo>
                <a:close/>
                <a:moveTo>
                  <a:pt x="3692872" y="21394"/>
                </a:moveTo>
                <a:lnTo>
                  <a:pt x="3939331" y="21394"/>
                </a:lnTo>
                <a:lnTo>
                  <a:pt x="4452788" y="859185"/>
                </a:lnTo>
                <a:lnTo>
                  <a:pt x="4452788" y="21394"/>
                </a:lnTo>
                <a:lnTo>
                  <a:pt x="4688123" y="21394"/>
                </a:lnTo>
                <a:lnTo>
                  <a:pt x="4688123" y="1275941"/>
                </a:lnTo>
                <a:lnTo>
                  <a:pt x="4433962" y="1275941"/>
                </a:lnTo>
                <a:lnTo>
                  <a:pt x="3928206" y="457833"/>
                </a:lnTo>
                <a:lnTo>
                  <a:pt x="3928206" y="1275941"/>
                </a:lnTo>
                <a:lnTo>
                  <a:pt x="3692872" y="1275941"/>
                </a:lnTo>
                <a:close/>
                <a:moveTo>
                  <a:pt x="2784611" y="21394"/>
                </a:moveTo>
                <a:lnTo>
                  <a:pt x="3052465" y="21394"/>
                </a:lnTo>
                <a:lnTo>
                  <a:pt x="3554797" y="1275941"/>
                </a:lnTo>
                <a:lnTo>
                  <a:pt x="3279242" y="1275941"/>
                </a:lnTo>
                <a:lnTo>
                  <a:pt x="3169704" y="990973"/>
                </a:lnTo>
                <a:lnTo>
                  <a:pt x="2668228" y="990973"/>
                </a:lnTo>
                <a:lnTo>
                  <a:pt x="2564680" y="1275941"/>
                </a:lnTo>
                <a:lnTo>
                  <a:pt x="2295971" y="1275941"/>
                </a:lnTo>
                <a:close/>
                <a:moveTo>
                  <a:pt x="1157511" y="21394"/>
                </a:moveTo>
                <a:lnTo>
                  <a:pt x="1410816" y="21394"/>
                </a:lnTo>
                <a:lnTo>
                  <a:pt x="1410816" y="515169"/>
                </a:lnTo>
                <a:lnTo>
                  <a:pt x="1907158" y="515169"/>
                </a:lnTo>
                <a:lnTo>
                  <a:pt x="1907158" y="21394"/>
                </a:lnTo>
                <a:lnTo>
                  <a:pt x="2160463" y="21394"/>
                </a:lnTo>
                <a:lnTo>
                  <a:pt x="2160463" y="1275941"/>
                </a:lnTo>
                <a:lnTo>
                  <a:pt x="1907158" y="1275941"/>
                </a:lnTo>
                <a:lnTo>
                  <a:pt x="1907158" y="727398"/>
                </a:lnTo>
                <a:lnTo>
                  <a:pt x="1410816" y="727398"/>
                </a:lnTo>
                <a:lnTo>
                  <a:pt x="1410816" y="1275941"/>
                </a:lnTo>
                <a:lnTo>
                  <a:pt x="1157511" y="1275941"/>
                </a:lnTo>
                <a:close/>
                <a:moveTo>
                  <a:pt x="0" y="21394"/>
                </a:moveTo>
                <a:lnTo>
                  <a:pt x="996962" y="21394"/>
                </a:lnTo>
                <a:lnTo>
                  <a:pt x="996962" y="233623"/>
                </a:lnTo>
                <a:lnTo>
                  <a:pt x="625562" y="233623"/>
                </a:lnTo>
                <a:lnTo>
                  <a:pt x="625562" y="1275941"/>
                </a:lnTo>
                <a:lnTo>
                  <a:pt x="372256" y="1275941"/>
                </a:lnTo>
                <a:lnTo>
                  <a:pt x="372256" y="233623"/>
                </a:lnTo>
                <a:lnTo>
                  <a:pt x="0" y="233623"/>
                </a:lnTo>
                <a:close/>
                <a:moveTo>
                  <a:pt x="6662960" y="0"/>
                </a:moveTo>
                <a:cubicBezTo>
                  <a:pt x="6820420" y="0"/>
                  <a:pt x="6938943" y="34516"/>
                  <a:pt x="7018529" y="103548"/>
                </a:cubicBezTo>
                <a:cubicBezTo>
                  <a:pt x="7098115" y="172579"/>
                  <a:pt x="7139904" y="264716"/>
                  <a:pt x="7143898" y="379959"/>
                </a:cubicBezTo>
                <a:lnTo>
                  <a:pt x="6890592" y="391084"/>
                </a:lnTo>
                <a:cubicBezTo>
                  <a:pt x="6879753" y="326616"/>
                  <a:pt x="6856504" y="280262"/>
                  <a:pt x="6820848" y="252022"/>
                </a:cubicBezTo>
                <a:cubicBezTo>
                  <a:pt x="6785192" y="223782"/>
                  <a:pt x="6731706" y="209662"/>
                  <a:pt x="6660392" y="209662"/>
                </a:cubicBezTo>
                <a:cubicBezTo>
                  <a:pt x="6586797" y="209662"/>
                  <a:pt x="6529176" y="224780"/>
                  <a:pt x="6487529" y="255017"/>
                </a:cubicBezTo>
                <a:cubicBezTo>
                  <a:pt x="6460715" y="274415"/>
                  <a:pt x="6447308" y="300373"/>
                  <a:pt x="6447308" y="332892"/>
                </a:cubicBezTo>
                <a:cubicBezTo>
                  <a:pt x="6447308" y="362558"/>
                  <a:pt x="6459859" y="387946"/>
                  <a:pt x="6484962" y="409055"/>
                </a:cubicBezTo>
                <a:cubicBezTo>
                  <a:pt x="6516910" y="435868"/>
                  <a:pt x="6594499" y="463823"/>
                  <a:pt x="6717729" y="492919"/>
                </a:cubicBezTo>
                <a:cubicBezTo>
                  <a:pt x="6840958" y="522015"/>
                  <a:pt x="6932097" y="552109"/>
                  <a:pt x="6991144" y="583202"/>
                </a:cubicBezTo>
                <a:cubicBezTo>
                  <a:pt x="7050192" y="614295"/>
                  <a:pt x="7096404" y="656798"/>
                  <a:pt x="7129778" y="710711"/>
                </a:cubicBezTo>
                <a:cubicBezTo>
                  <a:pt x="7163152" y="764624"/>
                  <a:pt x="7179840" y="831230"/>
                  <a:pt x="7179840" y="910531"/>
                </a:cubicBezTo>
                <a:cubicBezTo>
                  <a:pt x="7179840" y="982415"/>
                  <a:pt x="7159872" y="1049735"/>
                  <a:pt x="7119937" y="1112491"/>
                </a:cubicBezTo>
                <a:cubicBezTo>
                  <a:pt x="7080001" y="1175246"/>
                  <a:pt x="7023520" y="1221886"/>
                  <a:pt x="6950496" y="1252408"/>
                </a:cubicBezTo>
                <a:cubicBezTo>
                  <a:pt x="6877471" y="1282930"/>
                  <a:pt x="6786475" y="1298191"/>
                  <a:pt x="6677508" y="1298191"/>
                </a:cubicBezTo>
                <a:cubicBezTo>
                  <a:pt x="6518906" y="1298191"/>
                  <a:pt x="6397104" y="1261536"/>
                  <a:pt x="6312098" y="1188226"/>
                </a:cubicBezTo>
                <a:cubicBezTo>
                  <a:pt x="6227092" y="1114915"/>
                  <a:pt x="6176317" y="1008088"/>
                  <a:pt x="6159772" y="867743"/>
                </a:cubicBezTo>
                <a:lnTo>
                  <a:pt x="6406232" y="843782"/>
                </a:lnTo>
                <a:cubicBezTo>
                  <a:pt x="6421065" y="926505"/>
                  <a:pt x="6451159" y="987264"/>
                  <a:pt x="6496514" y="1026059"/>
                </a:cubicBezTo>
                <a:cubicBezTo>
                  <a:pt x="6541870" y="1064853"/>
                  <a:pt x="6603056" y="1084251"/>
                  <a:pt x="6680076" y="1084251"/>
                </a:cubicBezTo>
                <a:cubicBezTo>
                  <a:pt x="6761658" y="1084251"/>
                  <a:pt x="6823130" y="1066993"/>
                  <a:pt x="6864492" y="1032477"/>
                </a:cubicBezTo>
                <a:cubicBezTo>
                  <a:pt x="6905854" y="997961"/>
                  <a:pt x="6926534" y="957598"/>
                  <a:pt x="6926534" y="911387"/>
                </a:cubicBezTo>
                <a:cubicBezTo>
                  <a:pt x="6926534" y="881720"/>
                  <a:pt x="6917834" y="856475"/>
                  <a:pt x="6900434" y="835652"/>
                </a:cubicBezTo>
                <a:cubicBezTo>
                  <a:pt x="6883033" y="814828"/>
                  <a:pt x="6852654" y="796715"/>
                  <a:pt x="6809296" y="781311"/>
                </a:cubicBezTo>
                <a:cubicBezTo>
                  <a:pt x="6779629" y="771042"/>
                  <a:pt x="6712024" y="752786"/>
                  <a:pt x="6606480" y="726542"/>
                </a:cubicBezTo>
                <a:cubicBezTo>
                  <a:pt x="6470699" y="692882"/>
                  <a:pt x="6375424" y="651520"/>
                  <a:pt x="6320656" y="602457"/>
                </a:cubicBezTo>
                <a:cubicBezTo>
                  <a:pt x="6243637" y="533425"/>
                  <a:pt x="6205128" y="449275"/>
                  <a:pt x="6205128" y="350007"/>
                </a:cubicBezTo>
                <a:cubicBezTo>
                  <a:pt x="6205128" y="286110"/>
                  <a:pt x="6223241" y="226349"/>
                  <a:pt x="6259468" y="170725"/>
                </a:cubicBezTo>
                <a:cubicBezTo>
                  <a:pt x="6295696" y="115100"/>
                  <a:pt x="6347898" y="72740"/>
                  <a:pt x="6416073" y="43644"/>
                </a:cubicBezTo>
                <a:cubicBezTo>
                  <a:pt x="6484248" y="14548"/>
                  <a:pt x="6566544" y="0"/>
                  <a:pt x="666296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34000">
                <a:schemeClr val="bg1">
                  <a:alpha val="50000"/>
                </a:schemeClr>
              </a:gs>
              <a:gs pos="72000">
                <a:schemeClr val="bg1">
                  <a:alpha val="80000"/>
                </a:schemeClr>
              </a:gs>
              <a:gs pos="100000">
                <a:schemeClr val="bg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  <a:effectLst>
            <a:outerShdw dist="114300" dir="2700000" algn="tl" rotWithShape="0">
              <a:schemeClr val="bg1">
                <a:lumMod val="50000"/>
                <a:alpha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4.1.3"/>
</p:tagLst>
</file>

<file path=ppt/tags/tag2.xml><?xml version="1.0" encoding="utf-8"?>
<p:tagLst xmlns:p="http://schemas.openxmlformats.org/presentationml/2006/main">
  <p:tag name="PA" val="v4.1.3"/>
</p:tagLst>
</file>

<file path=ppt/tags/tag3.xml><?xml version="1.0" encoding="utf-8"?>
<p:tagLst xmlns:p="http://schemas.openxmlformats.org/presentationml/2006/main">
  <p:tag name="PA" val="v4.1.3"/>
</p:tagLst>
</file>

<file path=ppt/tags/tag4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主题​​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安全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4739</Words>
  <Application>WPS 演示</Application>
  <PresentationFormat>宽屏</PresentationFormat>
  <Paragraphs>359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Arial Unicode MS</vt:lpstr>
      <vt:lpstr>Calibri</vt:lpstr>
      <vt:lpstr>楷体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离岛日记2ye1380197041</cp:lastModifiedBy>
  <cp:revision>72</cp:revision>
  <dcterms:created xsi:type="dcterms:W3CDTF">2017-12-11T09:05:00Z</dcterms:created>
  <dcterms:modified xsi:type="dcterms:W3CDTF">2019-01-04T08:39:11Z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2052-11.1.0.8214</vt:lpwstr>
  </property>
</Properties>
</file>